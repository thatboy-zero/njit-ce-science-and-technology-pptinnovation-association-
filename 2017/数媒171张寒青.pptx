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6"/>
  </p:notesMasterIdLst>
  <p:sldIdLst>
    <p:sldId id="260" r:id="rId2"/>
    <p:sldId id="256" r:id="rId3"/>
    <p:sldId id="259" r:id="rId4"/>
    <p:sldId id="267" r:id="rId5"/>
    <p:sldId id="268" r:id="rId6"/>
    <p:sldId id="272" r:id="rId7"/>
    <p:sldId id="270" r:id="rId8"/>
    <p:sldId id="276" r:id="rId9"/>
    <p:sldId id="269" r:id="rId10"/>
    <p:sldId id="275" r:id="rId11"/>
    <p:sldId id="262" r:id="rId12"/>
    <p:sldId id="263" r:id="rId13"/>
    <p:sldId id="264" r:id="rId14"/>
    <p:sldId id="266" r:id="rId1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99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1" autoAdjust="0"/>
    <p:restoredTop sz="94635" autoAdjust="0"/>
  </p:normalViewPr>
  <p:slideViewPr>
    <p:cSldViewPr>
      <p:cViewPr varScale="1">
        <p:scale>
          <a:sx n="84" d="100"/>
          <a:sy n="84" d="100"/>
        </p:scale>
        <p:origin x="-594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4F0229-E6DE-4E80-8E3D-CD4AC5F76FAB}" type="datetimeFigureOut">
              <a:rPr lang="zh-CN" altLang="en-US" smtClean="0"/>
              <a:pPr/>
              <a:t>2017/10/6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6CC49C-48A4-4708-AB42-1E635EF3C2C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2C18F-27AC-49A7-AB62-3981CB2D4474}" type="datetimeFigureOut">
              <a:rPr lang="zh-CN" altLang="en-US" smtClean="0"/>
              <a:pPr/>
              <a:t>2017/10/6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B4F50-7C86-4F17-84E3-B96F16AAEB6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2C18F-27AC-49A7-AB62-3981CB2D4474}" type="datetimeFigureOut">
              <a:rPr lang="zh-CN" altLang="en-US" smtClean="0"/>
              <a:pPr/>
              <a:t>2017/10/6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B4F50-7C86-4F17-84E3-B96F16AAEB6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2C18F-27AC-49A7-AB62-3981CB2D4474}" type="datetimeFigureOut">
              <a:rPr lang="zh-CN" altLang="en-US" smtClean="0"/>
              <a:pPr/>
              <a:t>2017/10/6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B4F50-7C86-4F17-84E3-B96F16AAEB6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2C18F-27AC-49A7-AB62-3981CB2D4474}" type="datetimeFigureOut">
              <a:rPr lang="zh-CN" altLang="en-US" smtClean="0"/>
              <a:pPr/>
              <a:t>2017/10/6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B4F50-7C86-4F17-84E3-B96F16AAEB6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2C18F-27AC-49A7-AB62-3981CB2D4474}" type="datetimeFigureOut">
              <a:rPr lang="zh-CN" altLang="en-US" smtClean="0"/>
              <a:pPr/>
              <a:t>2017/10/6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B4F50-7C86-4F17-84E3-B96F16AAEB6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2C18F-27AC-49A7-AB62-3981CB2D4474}" type="datetimeFigureOut">
              <a:rPr lang="zh-CN" altLang="en-US" smtClean="0"/>
              <a:pPr/>
              <a:t>2017/10/6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B4F50-7C86-4F17-84E3-B96F16AAEB6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2C18F-27AC-49A7-AB62-3981CB2D4474}" type="datetimeFigureOut">
              <a:rPr lang="zh-CN" altLang="en-US" smtClean="0"/>
              <a:pPr/>
              <a:t>2017/10/6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B4F50-7C86-4F17-84E3-B96F16AAEB6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2C18F-27AC-49A7-AB62-3981CB2D4474}" type="datetimeFigureOut">
              <a:rPr lang="zh-CN" altLang="en-US" smtClean="0"/>
              <a:pPr/>
              <a:t>2017/10/6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B4F50-7C86-4F17-84E3-B96F16AAEB6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2C18F-27AC-49A7-AB62-3981CB2D4474}" type="datetimeFigureOut">
              <a:rPr lang="zh-CN" altLang="en-US" smtClean="0"/>
              <a:pPr/>
              <a:t>2017/10/6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B4F50-7C86-4F17-84E3-B96F16AAEB6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2C18F-27AC-49A7-AB62-3981CB2D4474}" type="datetimeFigureOut">
              <a:rPr lang="zh-CN" altLang="en-US" smtClean="0"/>
              <a:pPr/>
              <a:t>2017/10/6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B4F50-7C86-4F17-84E3-B96F16AAEB6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2C18F-27AC-49A7-AB62-3981CB2D4474}" type="datetimeFigureOut">
              <a:rPr lang="zh-CN" altLang="en-US" smtClean="0"/>
              <a:pPr/>
              <a:t>2017/10/6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B4F50-7C86-4F17-84E3-B96F16AAEB6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12C18F-27AC-49A7-AB62-3981CB2D4474}" type="datetimeFigureOut">
              <a:rPr lang="zh-CN" altLang="en-US" smtClean="0"/>
              <a:pPr/>
              <a:t>2017/10/6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2B4F50-7C86-4F17-84E3-B96F16AAEB6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6.gif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5.xml"/><Relationship Id="rId6" Type="http://schemas.openxmlformats.org/officeDocument/2006/relationships/hyperlink" Target="http://www.iqiyi.com/v_19rrnqbddk.html?src=sharemodclk131212" TargetMode="External"/><Relationship Id="rId5" Type="http://schemas.openxmlformats.org/officeDocument/2006/relationships/image" Target="../media/image15.jpeg"/><Relationship Id="rId4" Type="http://schemas.openxmlformats.org/officeDocument/2006/relationships/slide" Target="slide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19.jpeg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4.xml"/><Relationship Id="rId1" Type="http://schemas.openxmlformats.org/officeDocument/2006/relationships/audio" Target="../media/audio1.wav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13" Type="http://schemas.openxmlformats.org/officeDocument/2006/relationships/image" Target="../media/image39.jpeg"/><Relationship Id="rId3" Type="http://schemas.openxmlformats.org/officeDocument/2006/relationships/image" Target="../media/image29.jpeg"/><Relationship Id="rId7" Type="http://schemas.openxmlformats.org/officeDocument/2006/relationships/image" Target="../media/image33.jpeg"/><Relationship Id="rId12" Type="http://schemas.openxmlformats.org/officeDocument/2006/relationships/image" Target="../media/image38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jpeg"/><Relationship Id="rId11" Type="http://schemas.openxmlformats.org/officeDocument/2006/relationships/image" Target="../media/image37.jpeg"/><Relationship Id="rId5" Type="http://schemas.openxmlformats.org/officeDocument/2006/relationships/image" Target="../media/image31.jpeg"/><Relationship Id="rId10" Type="http://schemas.openxmlformats.org/officeDocument/2006/relationships/image" Target="../media/image36.jpeg"/><Relationship Id="rId4" Type="http://schemas.openxmlformats.org/officeDocument/2006/relationships/image" Target="../media/image30.jpeg"/><Relationship Id="rId9" Type="http://schemas.openxmlformats.org/officeDocument/2006/relationships/image" Target="../media/image35.jpeg"/><Relationship Id="rId14" Type="http://schemas.openxmlformats.org/officeDocument/2006/relationships/image" Target="../media/image40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jpeg"/><Relationship Id="rId3" Type="http://schemas.openxmlformats.org/officeDocument/2006/relationships/image" Target="../media/image41.jpeg"/><Relationship Id="rId7" Type="http://schemas.openxmlformats.org/officeDocument/2006/relationships/image" Target="../media/image45.jpeg"/><Relationship Id="rId12" Type="http://schemas.openxmlformats.org/officeDocument/2006/relationships/image" Target="../media/image50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jpeg"/><Relationship Id="rId11" Type="http://schemas.openxmlformats.org/officeDocument/2006/relationships/image" Target="../media/image49.jpeg"/><Relationship Id="rId5" Type="http://schemas.openxmlformats.org/officeDocument/2006/relationships/image" Target="../media/image43.jpeg"/><Relationship Id="rId10" Type="http://schemas.openxmlformats.org/officeDocument/2006/relationships/image" Target="../media/image48.jpeg"/><Relationship Id="rId4" Type="http://schemas.openxmlformats.org/officeDocument/2006/relationships/image" Target="../media/image42.jpeg"/><Relationship Id="rId9" Type="http://schemas.openxmlformats.org/officeDocument/2006/relationships/image" Target="../media/image47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jpeg"/><Relationship Id="rId13" Type="http://schemas.openxmlformats.org/officeDocument/2006/relationships/slide" Target="slide3.xml"/><Relationship Id="rId3" Type="http://schemas.openxmlformats.org/officeDocument/2006/relationships/image" Target="../media/image51.jpeg"/><Relationship Id="rId7" Type="http://schemas.openxmlformats.org/officeDocument/2006/relationships/image" Target="../media/image55.jpeg"/><Relationship Id="rId12" Type="http://schemas.openxmlformats.org/officeDocument/2006/relationships/image" Target="../media/image60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jpeg"/><Relationship Id="rId11" Type="http://schemas.openxmlformats.org/officeDocument/2006/relationships/image" Target="../media/image59.jpeg"/><Relationship Id="rId5" Type="http://schemas.openxmlformats.org/officeDocument/2006/relationships/image" Target="../media/image53.jpeg"/><Relationship Id="rId10" Type="http://schemas.openxmlformats.org/officeDocument/2006/relationships/image" Target="../media/image58.jpeg"/><Relationship Id="rId4" Type="http://schemas.openxmlformats.org/officeDocument/2006/relationships/image" Target="../media/image52.jpeg"/><Relationship Id="rId9" Type="http://schemas.openxmlformats.org/officeDocument/2006/relationships/image" Target="../media/image57.jpeg"/><Relationship Id="rId14" Type="http://schemas.openxmlformats.org/officeDocument/2006/relationships/image" Target="../media/image6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gif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QQ图片201710021715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660" y="0"/>
            <a:ext cx="7188679" cy="68580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IMG_08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52" y="1666852"/>
            <a:ext cx="5191148" cy="519114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 rot="21437333">
            <a:off x="-183930" y="683038"/>
            <a:ext cx="7772400" cy="1470025"/>
          </a:xfrm>
          <a:ln>
            <a:noFill/>
          </a:ln>
        </p:spPr>
        <p:txBody>
          <a:bodyPr>
            <a:noAutofit/>
          </a:bodyPr>
          <a:lstStyle/>
          <a:p>
            <a:r>
              <a:rPr lang="zh-CN" altLang="en-US" sz="13800" b="1" dirty="0" smtClean="0">
                <a:solidFill>
                  <a:srgbClr val="7030A0"/>
                </a:solidFill>
                <a:latin typeface="华文彩云" pitchFamily="2" charset="-122"/>
                <a:ea typeface="华文彩云" pitchFamily="2" charset="-122"/>
              </a:rPr>
              <a:t>无  题</a:t>
            </a:r>
            <a:endParaRPr lang="zh-CN" altLang="en-US" sz="13800" b="1" dirty="0">
              <a:solidFill>
                <a:srgbClr val="7030A0"/>
              </a:solidFill>
              <a:latin typeface="华文彩云" pitchFamily="2" charset="-122"/>
              <a:ea typeface="华文彩云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85852" y="3500438"/>
            <a:ext cx="2271706" cy="1428760"/>
          </a:xfrm>
        </p:spPr>
        <p:txBody>
          <a:bodyPr>
            <a:normAutofit/>
          </a:bodyPr>
          <a:lstStyle/>
          <a:p>
            <a:r>
              <a:rPr lang="zh-CN" altLang="en-US" sz="3600" dirty="0" smtClean="0">
                <a:solidFill>
                  <a:srgbClr val="7030A0"/>
                </a:solidFill>
                <a:latin typeface="华文琥珀" pitchFamily="2" charset="-122"/>
                <a:ea typeface="华文琥珀" pitchFamily="2" charset="-122"/>
              </a:rPr>
              <a:t>数媒</a:t>
            </a:r>
            <a:r>
              <a:rPr lang="en-US" altLang="zh-CN" sz="3600" dirty="0" smtClean="0">
                <a:solidFill>
                  <a:srgbClr val="7030A0"/>
                </a:solidFill>
                <a:latin typeface="华文琥珀" pitchFamily="2" charset="-122"/>
                <a:ea typeface="华文琥珀" pitchFamily="2" charset="-122"/>
              </a:rPr>
              <a:t>171</a:t>
            </a:r>
          </a:p>
          <a:p>
            <a:r>
              <a:rPr lang="zh-CN" altLang="en-US" sz="3600" dirty="0" smtClean="0">
                <a:solidFill>
                  <a:srgbClr val="7030A0"/>
                </a:solidFill>
                <a:latin typeface="华文琥珀" pitchFamily="2" charset="-122"/>
                <a:ea typeface="华文琥珀" pitchFamily="2" charset="-122"/>
              </a:rPr>
              <a:t>张寒青</a:t>
            </a:r>
            <a:endParaRPr lang="zh-CN" altLang="en-US" sz="3600" dirty="0">
              <a:solidFill>
                <a:srgbClr val="7030A0"/>
              </a:solidFill>
              <a:latin typeface="华文琥珀" pitchFamily="2" charset="-122"/>
              <a:ea typeface="华文琥珀" pitchFamily="2" charset="-122"/>
            </a:endParaRPr>
          </a:p>
        </p:txBody>
      </p:sp>
      <p:pic>
        <p:nvPicPr>
          <p:cNvPr id="5" name="图片 4" descr="QQ图片2017100313312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290" y="5214950"/>
            <a:ext cx="1857388" cy="969072"/>
          </a:xfrm>
          <a:prstGeom prst="rect">
            <a:avLst/>
          </a:prstGeom>
        </p:spPr>
      </p:pic>
    </p:spTree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accel="5000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8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800" b="1" dirty="0" smtClean="0">
                <a:solidFill>
                  <a:schemeClr val="accent1">
                    <a:lumMod val="50000"/>
                  </a:schemeClr>
                </a:solidFill>
                <a:latin typeface="幼圆" pitchFamily="49" charset="-122"/>
                <a:ea typeface="幼圆" pitchFamily="49" charset="-122"/>
              </a:rPr>
              <a:t>首先，是自我介绍</a:t>
            </a:r>
            <a:r>
              <a:rPr lang="en-US" altLang="zh-CN" sz="4800" b="1" dirty="0" smtClean="0">
                <a:solidFill>
                  <a:schemeClr val="accent1">
                    <a:lumMod val="50000"/>
                  </a:schemeClr>
                </a:solidFill>
                <a:latin typeface="幼圆" pitchFamily="49" charset="-122"/>
                <a:ea typeface="幼圆" pitchFamily="49" charset="-122"/>
              </a:rPr>
              <a:t>(@.@)</a:t>
            </a:r>
            <a:endParaRPr lang="zh-CN" altLang="en-US" sz="4800" b="1" dirty="0">
              <a:solidFill>
                <a:schemeClr val="accent1">
                  <a:lumMod val="50000"/>
                </a:schemeClr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1428736"/>
            <a:ext cx="8429684" cy="400052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4400" b="1" dirty="0" smtClean="0">
                <a:solidFill>
                  <a:schemeClr val="accent2">
                    <a:lumMod val="50000"/>
                  </a:schemeClr>
                </a:solidFill>
                <a:latin typeface="幼圆" pitchFamily="49" charset="-122"/>
                <a:ea typeface="幼圆" pitchFamily="49" charset="-122"/>
              </a:rPr>
              <a:t>           大家好</a:t>
            </a:r>
            <a:endParaRPr lang="en-US" altLang="zh-CN" sz="4400" b="1" dirty="0" smtClean="0">
              <a:solidFill>
                <a:schemeClr val="accent2">
                  <a:lumMod val="50000"/>
                </a:schemeClr>
              </a:solidFill>
              <a:latin typeface="幼圆" pitchFamily="49" charset="-122"/>
              <a:ea typeface="幼圆" pitchFamily="49" charset="-122"/>
            </a:endParaRPr>
          </a:p>
          <a:p>
            <a:pPr>
              <a:buNone/>
            </a:pPr>
            <a:r>
              <a:rPr lang="zh-CN" altLang="en-US" sz="4000" b="1" dirty="0" smtClean="0">
                <a:solidFill>
                  <a:schemeClr val="accent2">
                    <a:lumMod val="50000"/>
                  </a:schemeClr>
                </a:solidFill>
                <a:latin typeface="幼圆" pitchFamily="49" charset="-122"/>
                <a:ea typeface="幼圆" pitchFamily="49" charset="-122"/>
              </a:rPr>
              <a:t>          我是张寒青</a:t>
            </a:r>
            <a:endParaRPr lang="en-US" altLang="zh-CN" sz="4000" b="1" dirty="0" smtClean="0">
              <a:solidFill>
                <a:schemeClr val="accent2">
                  <a:lumMod val="50000"/>
                </a:schemeClr>
              </a:solidFill>
              <a:latin typeface="幼圆" pitchFamily="49" charset="-122"/>
              <a:ea typeface="幼圆" pitchFamily="49" charset="-122"/>
            </a:endParaRPr>
          </a:p>
          <a:p>
            <a:pPr>
              <a:buNone/>
            </a:pPr>
            <a:r>
              <a:rPr lang="zh-CN" altLang="en-US" sz="4000" b="1" dirty="0" smtClean="0">
                <a:solidFill>
                  <a:schemeClr val="accent2">
                    <a:lumMod val="50000"/>
                  </a:schemeClr>
                </a:solidFill>
                <a:latin typeface="幼圆" pitchFamily="49" charset="-122"/>
                <a:ea typeface="幼圆" pitchFamily="49" charset="-122"/>
              </a:rPr>
              <a:t>         来自</a:t>
            </a:r>
            <a:r>
              <a:rPr lang="zh-CN" altLang="en-US" sz="4000" b="1" dirty="0" smtClean="0">
                <a:solidFill>
                  <a:schemeClr val="accent2">
                    <a:lumMod val="50000"/>
                  </a:schemeClr>
                </a:solidFill>
                <a:latin typeface="幼圆" pitchFamily="49" charset="-122"/>
                <a:ea typeface="幼圆" pitchFamily="49" charset="-122"/>
                <a:hlinkClick r:id="rId2" action="ppaction://hlinksldjump"/>
              </a:rPr>
              <a:t>江苏苏州</a:t>
            </a:r>
            <a:endParaRPr lang="en-US" altLang="zh-CN" sz="4000" b="1" dirty="0" smtClean="0">
              <a:solidFill>
                <a:schemeClr val="accent2">
                  <a:lumMod val="50000"/>
                </a:schemeClr>
              </a:solidFill>
              <a:latin typeface="幼圆" pitchFamily="49" charset="-122"/>
              <a:ea typeface="幼圆" pitchFamily="49" charset="-122"/>
            </a:endParaRPr>
          </a:p>
          <a:p>
            <a:pPr>
              <a:buNone/>
            </a:pPr>
            <a:r>
              <a:rPr lang="zh-CN" altLang="en-US" sz="4800" b="1" dirty="0" smtClean="0">
                <a:solidFill>
                  <a:srgbClr val="002060"/>
                </a:solidFill>
                <a:latin typeface="幼圆" pitchFamily="49" charset="-122"/>
                <a:ea typeface="幼圆" pitchFamily="49" charset="-122"/>
              </a:rPr>
              <a:t>   然后，是尬聊时间</a:t>
            </a:r>
            <a:endParaRPr lang="zh-CN" altLang="en-US" sz="4800" b="1" dirty="0">
              <a:solidFill>
                <a:srgbClr val="002060"/>
              </a:solidFill>
              <a:latin typeface="幼圆" pitchFamily="49" charset="-122"/>
              <a:ea typeface="幼圆" pitchFamily="49" charset="-122"/>
            </a:endParaRPr>
          </a:p>
        </p:txBody>
      </p:sp>
      <p:pic>
        <p:nvPicPr>
          <p:cNvPr id="5" name="图片 4" descr="QQ图片20171002174325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786" y="5429264"/>
            <a:ext cx="7643866" cy="952836"/>
          </a:xfrm>
          <a:prstGeom prst="rect">
            <a:avLst/>
          </a:prstGeom>
        </p:spPr>
      </p:pic>
      <p:pic>
        <p:nvPicPr>
          <p:cNvPr id="6" name="图片 5" descr="QQ图片2017100217153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198" y="1643050"/>
            <a:ext cx="1203304" cy="1214446"/>
          </a:xfrm>
          <a:prstGeom prst="rect">
            <a:avLst/>
          </a:prstGeom>
        </p:spPr>
      </p:pic>
      <p:pic>
        <p:nvPicPr>
          <p:cNvPr id="7" name="图片 6" descr="QQ图片2017100217151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140" y="3571876"/>
            <a:ext cx="1428760" cy="1508135"/>
          </a:xfrm>
          <a:prstGeom prst="rect">
            <a:avLst/>
          </a:prstGeom>
        </p:spPr>
      </p:pic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8" presetClass="entr" presetSubtype="0" ac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solidFill>
                  <a:schemeClr val="accent2">
                    <a:lumMod val="50000"/>
                  </a:schemeClr>
                </a:solidFill>
                <a:latin typeface="幼圆" pitchFamily="49" charset="-122"/>
                <a:ea typeface="幼圆" pitchFamily="49" charset="-122"/>
              </a:rPr>
              <a:t>最近看到一条好玩的说说</a:t>
            </a:r>
            <a:endParaRPr lang="zh-CN" altLang="en-US" b="1" dirty="0">
              <a:solidFill>
                <a:schemeClr val="accent2">
                  <a:lumMod val="50000"/>
                </a:schemeClr>
              </a:solidFill>
              <a:latin typeface="幼圆" pitchFamily="49" charset="-122"/>
              <a:ea typeface="幼圆" pitchFamily="49" charset="-122"/>
            </a:endParaRPr>
          </a:p>
        </p:txBody>
      </p:sp>
      <p:pic>
        <p:nvPicPr>
          <p:cNvPr id="4" name="内容占位符 3" descr="QQ图片20171002171513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98982"/>
            <a:ext cx="8229600" cy="4328399"/>
          </a:xfrm>
        </p:spPr>
      </p:pic>
      <p:pic>
        <p:nvPicPr>
          <p:cNvPr id="5" name="图片 4" descr="QQ图片201710021714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80411">
            <a:off x="5511466" y="3453699"/>
            <a:ext cx="3413001" cy="257176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图片 5" descr="QQ图片20171002171454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34" y="571480"/>
            <a:ext cx="885825" cy="838200"/>
          </a:xfrm>
          <a:prstGeom prst="rect">
            <a:avLst/>
          </a:prstGeom>
        </p:spPr>
      </p:pic>
    </p:spTree>
  </p:cSld>
  <p:clrMapOvr>
    <a:masterClrMapping/>
  </p:clrMapOvr>
  <p:transition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5400" dirty="0" smtClean="0">
                <a:solidFill>
                  <a:schemeClr val="accent4">
                    <a:lumMod val="50000"/>
                  </a:schemeClr>
                </a:solidFill>
                <a:latin typeface="幼圆" pitchFamily="49" charset="-122"/>
                <a:ea typeface="幼圆" pitchFamily="49" charset="-122"/>
              </a:rPr>
              <a:t>我喜欢看别人夹娃娃</a:t>
            </a:r>
            <a:endParaRPr lang="zh-CN" altLang="en-US" dirty="0">
              <a:solidFill>
                <a:schemeClr val="accent4">
                  <a:lumMod val="50000"/>
                </a:schemeClr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1042981"/>
          </a:xfrm>
        </p:spPr>
        <p:txBody>
          <a:bodyPr/>
          <a:lstStyle/>
          <a:p>
            <a:pPr>
              <a:buNone/>
            </a:pP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29256" y="1600200"/>
            <a:ext cx="3257544" cy="4614882"/>
          </a:xfrm>
        </p:spPr>
        <p:txBody>
          <a:bodyPr/>
          <a:lstStyle/>
          <a:p>
            <a:pPr>
              <a:buNone/>
            </a:pPr>
            <a:r>
              <a:rPr lang="zh-CN" altLang="en-US" b="1" dirty="0" smtClean="0">
                <a:latin typeface="幼圆" pitchFamily="49" charset="-122"/>
                <a:ea typeface="幼圆" pitchFamily="49" charset="-122"/>
              </a:rPr>
              <a:t>因为自己</a:t>
            </a:r>
            <a:endParaRPr lang="en-US" altLang="zh-CN" b="1" dirty="0" smtClean="0">
              <a:latin typeface="幼圆" pitchFamily="49" charset="-122"/>
              <a:ea typeface="幼圆" pitchFamily="49" charset="-122"/>
            </a:endParaRPr>
          </a:p>
          <a:p>
            <a:pPr>
              <a:buNone/>
            </a:pPr>
            <a:r>
              <a:rPr lang="zh-CN" altLang="en-US" b="1" dirty="0" smtClean="0">
                <a:latin typeface="幼圆" pitchFamily="49" charset="-122"/>
                <a:ea typeface="幼圆" pitchFamily="49" charset="-122"/>
              </a:rPr>
              <a:t>夹不住</a:t>
            </a:r>
            <a:endParaRPr lang="en-US" altLang="zh-CN" b="1" dirty="0" smtClean="0">
              <a:latin typeface="幼圆" pitchFamily="49" charset="-122"/>
              <a:ea typeface="幼圆" pitchFamily="49" charset="-122"/>
            </a:endParaRPr>
          </a:p>
          <a:p>
            <a:pPr>
              <a:buNone/>
            </a:pPr>
            <a:r>
              <a:rPr lang="zh-CN" altLang="en-US" b="1" dirty="0" smtClean="0">
                <a:latin typeface="幼圆" pitchFamily="49" charset="-122"/>
                <a:ea typeface="幼圆" pitchFamily="49" charset="-122"/>
              </a:rPr>
              <a:t>希望会夹娃娃的大神带带我</a:t>
            </a:r>
            <a:endParaRPr lang="zh-CN" altLang="en-US" b="1" dirty="0">
              <a:latin typeface="幼圆" pitchFamily="49" charset="-122"/>
              <a:ea typeface="幼圆" pitchFamily="49" charset="-122"/>
            </a:endParaRPr>
          </a:p>
        </p:txBody>
      </p:sp>
      <p:pic>
        <p:nvPicPr>
          <p:cNvPr id="6" name="图片 5" descr="71654fcc994cac5d2b0248e25e42b5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82" y="1500174"/>
            <a:ext cx="5006051" cy="4286280"/>
          </a:xfrm>
          <a:prstGeom prst="rect">
            <a:avLst/>
          </a:prstGeom>
        </p:spPr>
      </p:pic>
      <p:pic>
        <p:nvPicPr>
          <p:cNvPr id="8" name="图片 7" descr="QQ图片20171002171458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2198" y="3643314"/>
            <a:ext cx="2000264" cy="2022489"/>
          </a:xfrm>
          <a:prstGeom prst="rect">
            <a:avLst/>
          </a:prstGeom>
        </p:spPr>
      </p:pic>
      <p:pic>
        <p:nvPicPr>
          <p:cNvPr id="9" name="图片 8" descr="QQ图片2017100217183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6644" y="1571612"/>
            <a:ext cx="857256" cy="857256"/>
          </a:xfrm>
          <a:prstGeom prst="rect">
            <a:avLst/>
          </a:prstGeom>
        </p:spPr>
      </p:pic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8" presetClass="entr" presetSubtype="0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20b466b36df36c1fc1218fd2588a313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72000" y="1571612"/>
            <a:ext cx="3986240" cy="2214578"/>
          </a:xfrm>
          <a:prstGeom prst="rect">
            <a:avLst/>
          </a:prstGeom>
        </p:spPr>
      </p:pic>
      <p:pic>
        <p:nvPicPr>
          <p:cNvPr id="8" name="内容占位符 7" descr="f6a1d066e00283c6753045c02685cde4.jpg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4594324" y="4000504"/>
            <a:ext cx="3978204" cy="2357454"/>
          </a:xfr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7158" y="0"/>
            <a:ext cx="8229600" cy="1143000"/>
          </a:xfrm>
        </p:spPr>
        <p:txBody>
          <a:bodyPr/>
          <a:lstStyle/>
          <a:p>
            <a:r>
              <a:rPr lang="zh-CN" altLang="en-US" b="1" dirty="0" smtClean="0">
                <a:latin typeface="幼圆" pitchFamily="49" charset="-122"/>
                <a:ea typeface="幼圆" pitchFamily="49" charset="-122"/>
              </a:rPr>
              <a:t>特别喜欢看科幻片</a:t>
            </a:r>
            <a:endParaRPr lang="zh-CN" altLang="en-US" b="1" dirty="0"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15074" y="2857496"/>
            <a:ext cx="2071702" cy="639762"/>
          </a:xfrm>
        </p:spPr>
        <p:txBody>
          <a:bodyPr>
            <a:normAutofit/>
          </a:bodyPr>
          <a:lstStyle/>
          <a:p>
            <a:r>
              <a:rPr lang="zh-CN" altLang="en-US" sz="3200" dirty="0" smtClean="0">
                <a:ln>
                  <a:solidFill>
                    <a:schemeClr val="bg1"/>
                  </a:solidFill>
                </a:ln>
                <a:solidFill>
                  <a:srgbClr val="FFFF00"/>
                </a:solidFill>
                <a:hlinkClick r:id="rId4" action="ppaction://hlinksldjump"/>
              </a:rPr>
              <a:t>剧情简介</a:t>
            </a:r>
            <a:endParaRPr lang="zh-CN" altLang="en-US" sz="3200" dirty="0">
              <a:ln>
                <a:solidFill>
                  <a:schemeClr val="bg1"/>
                </a:solidFill>
              </a:ln>
              <a:solidFill>
                <a:srgbClr val="FFFF00"/>
              </a:solidFill>
            </a:endParaRPr>
          </a:p>
        </p:txBody>
      </p:sp>
      <p:pic>
        <p:nvPicPr>
          <p:cNvPr id="7" name="内容占位符 6" descr="d08d76017a7759498f1c839fe77b0829.jpg"/>
          <p:cNvPicPr>
            <a:picLocks noGrp="1" noChangeAspect="1"/>
          </p:cNvPicPr>
          <p:nvPr>
            <p:ph sz="half" idx="2"/>
          </p:nvPr>
        </p:nvPicPr>
        <p:blipFill>
          <a:blip r:embed="rId5"/>
          <a:stretch>
            <a:fillRect/>
          </a:stretch>
        </p:blipFill>
        <p:spPr>
          <a:xfrm>
            <a:off x="500034" y="1249464"/>
            <a:ext cx="3857652" cy="5506608"/>
          </a:xfrm>
        </p:spPr>
      </p:pic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786446" y="5643578"/>
            <a:ext cx="1571636" cy="639762"/>
          </a:xfrm>
        </p:spPr>
        <p:txBody>
          <a:bodyPr>
            <a:normAutofit/>
          </a:bodyPr>
          <a:lstStyle/>
          <a:p>
            <a:r>
              <a:rPr lang="zh-CN" altLang="en-US" sz="3200" dirty="0" smtClean="0">
                <a:ln>
                  <a:solidFill>
                    <a:schemeClr val="bg1"/>
                  </a:solidFill>
                </a:ln>
                <a:solidFill>
                  <a:srgbClr val="FFC000"/>
                </a:solidFill>
                <a:hlinkClick r:id="rId6"/>
              </a:rPr>
              <a:t>预告片</a:t>
            </a:r>
            <a:endParaRPr lang="zh-CN" altLang="en-US" sz="3200" dirty="0">
              <a:ln>
                <a:solidFill>
                  <a:schemeClr val="bg1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10" name="图片 9" descr="QQ图片20171002171751.gi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5140" y="142852"/>
            <a:ext cx="1643064" cy="1402081"/>
          </a:xfrm>
          <a:prstGeom prst="rect">
            <a:avLst/>
          </a:prstGeom>
        </p:spPr>
      </p:pic>
    </p:spTree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596" y="274638"/>
            <a:ext cx="8258204" cy="1143000"/>
          </a:xfrm>
        </p:spPr>
        <p:txBody>
          <a:bodyPr>
            <a:normAutofit/>
          </a:bodyPr>
          <a:lstStyle/>
          <a:p>
            <a:r>
              <a:rPr lang="zh-CN" altLang="en-US" sz="4800" b="1" dirty="0" smtClean="0">
                <a:latin typeface="幼圆" pitchFamily="49" charset="-122"/>
                <a:ea typeface="幼圆" pitchFamily="49" charset="-122"/>
              </a:rPr>
              <a:t>前几天还在军训。。。</a:t>
            </a:r>
            <a:endParaRPr lang="zh-CN" altLang="en-US" sz="4800" b="1" dirty="0">
              <a:latin typeface="幼圆" pitchFamily="49" charset="-122"/>
              <a:ea typeface="幼圆" pitchFamily="49" charset="-122"/>
            </a:endParaRPr>
          </a:p>
        </p:txBody>
      </p:sp>
      <p:pic>
        <p:nvPicPr>
          <p:cNvPr id="5" name="内容占位符 4" descr="QQ图片20171003152444.jpg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1857364"/>
            <a:ext cx="9144000" cy="4038600"/>
          </a:xfrm>
        </p:spPr>
      </p:pic>
      <p:pic>
        <p:nvPicPr>
          <p:cNvPr id="6" name="图片 5" descr="QQ图片20171002171853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4669" y="5290500"/>
            <a:ext cx="2219331" cy="1567500"/>
          </a:xfrm>
          <a:prstGeom prst="rect">
            <a:avLst/>
          </a:prstGeom>
        </p:spPr>
      </p:pic>
      <p:pic>
        <p:nvPicPr>
          <p:cNvPr id="7" name="图片 6" descr="QQ图片20171002171853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93880"/>
            <a:ext cx="2214546" cy="1564120"/>
          </a:xfrm>
          <a:prstGeom prst="rect">
            <a:avLst/>
          </a:prstGeom>
        </p:spPr>
      </p:pic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latin typeface="幼圆" pitchFamily="49" charset="-122"/>
                <a:ea typeface="幼圆" pitchFamily="49" charset="-122"/>
              </a:rPr>
              <a:t>我</a:t>
            </a:r>
            <a:r>
              <a:rPr lang="zh-CN" altLang="en-US" b="1" dirty="0" smtClean="0">
                <a:latin typeface="幼圆" pitchFamily="49" charset="-122"/>
                <a:ea typeface="幼圆" pitchFamily="49" charset="-122"/>
              </a:rPr>
              <a:t>的军训就是。。。</a:t>
            </a:r>
            <a:endParaRPr lang="zh-CN" altLang="en-US" b="1" dirty="0"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257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b="1" dirty="0" smtClean="0">
                <a:latin typeface="幼圆" pitchFamily="49" charset="-122"/>
                <a:ea typeface="幼圆" pitchFamily="49" charset="-122"/>
              </a:rPr>
              <a:t>   站军姿</a:t>
            </a:r>
            <a:endParaRPr lang="en-US" altLang="zh-CN" b="1" dirty="0" smtClean="0">
              <a:latin typeface="幼圆" pitchFamily="49" charset="-122"/>
              <a:ea typeface="幼圆" pitchFamily="49" charset="-122"/>
            </a:endParaRPr>
          </a:p>
          <a:p>
            <a:pPr>
              <a:buNone/>
            </a:pPr>
            <a:r>
              <a:rPr lang="zh-CN" altLang="en-US" b="1" dirty="0" smtClean="0">
                <a:latin typeface="幼圆" pitchFamily="49" charset="-122"/>
                <a:ea typeface="幼圆" pitchFamily="49" charset="-122"/>
              </a:rPr>
              <a:t>           晒太阳</a:t>
            </a:r>
            <a:endParaRPr lang="en-US" altLang="zh-CN" b="1" dirty="0" smtClean="0">
              <a:latin typeface="幼圆" pitchFamily="49" charset="-122"/>
              <a:ea typeface="幼圆" pitchFamily="49" charset="-122"/>
            </a:endParaRPr>
          </a:p>
          <a:p>
            <a:pPr>
              <a:buNone/>
            </a:pPr>
            <a:r>
              <a:rPr lang="zh-CN" altLang="en-US" b="1" dirty="0" smtClean="0">
                <a:latin typeface="幼圆" pitchFamily="49" charset="-122"/>
                <a:ea typeface="幼圆" pitchFamily="49" charset="-122"/>
              </a:rPr>
              <a:t>走路</a:t>
            </a:r>
            <a:r>
              <a:rPr lang="en-US" altLang="zh-CN" b="1" dirty="0" smtClean="0">
                <a:latin typeface="幼圆" pitchFamily="49" charset="-122"/>
                <a:ea typeface="幼圆" pitchFamily="49" charset="-122"/>
              </a:rPr>
              <a:t>and</a:t>
            </a:r>
            <a:r>
              <a:rPr lang="zh-CN" altLang="en-US" b="1" dirty="0" smtClean="0">
                <a:latin typeface="幼圆" pitchFamily="49" charset="-122"/>
                <a:ea typeface="幼圆" pitchFamily="49" charset="-122"/>
              </a:rPr>
              <a:t>跑步</a:t>
            </a:r>
            <a:endParaRPr lang="en-US" altLang="zh-CN" b="1" dirty="0" smtClean="0">
              <a:latin typeface="幼圆" pitchFamily="49" charset="-122"/>
              <a:ea typeface="幼圆" pitchFamily="49" charset="-122"/>
            </a:endParaRPr>
          </a:p>
          <a:p>
            <a:pPr>
              <a:buNone/>
            </a:pPr>
            <a:r>
              <a:rPr lang="zh-CN" altLang="en-US" b="1" dirty="0" smtClean="0">
                <a:latin typeface="幼圆" pitchFamily="49" charset="-122"/>
                <a:ea typeface="幼圆" pitchFamily="49" charset="-122"/>
              </a:rPr>
              <a:t>   偶尔偷个小懒</a:t>
            </a:r>
            <a:endParaRPr lang="en-US" altLang="zh-CN" b="1" dirty="0" smtClean="0">
              <a:latin typeface="幼圆" pitchFamily="49" charset="-122"/>
              <a:ea typeface="幼圆" pitchFamily="49" charset="-122"/>
            </a:endParaRPr>
          </a:p>
          <a:p>
            <a:pPr>
              <a:buNone/>
            </a:pPr>
            <a:endParaRPr lang="en-US" altLang="zh-CN" b="1" dirty="0" smtClean="0">
              <a:latin typeface="幼圆" pitchFamily="49" charset="-122"/>
              <a:ea typeface="幼圆" pitchFamily="49" charset="-122"/>
            </a:endParaRPr>
          </a:p>
          <a:p>
            <a:pPr>
              <a:buNone/>
            </a:pPr>
            <a:endParaRPr lang="en-US" altLang="zh-CN" b="1" dirty="0" smtClean="0">
              <a:latin typeface="幼圆" pitchFamily="49" charset="-122"/>
              <a:ea typeface="幼圆" pitchFamily="49" charset="-122"/>
            </a:endParaRPr>
          </a:p>
          <a:p>
            <a:pPr>
              <a:buNone/>
            </a:pPr>
            <a:r>
              <a:rPr lang="zh-CN" altLang="en-US" b="1" dirty="0" smtClean="0">
                <a:latin typeface="幼圆" pitchFamily="49" charset="-122"/>
                <a:ea typeface="幼圆" pitchFamily="49" charset="-122"/>
              </a:rPr>
              <a:t>最</a:t>
            </a:r>
            <a:r>
              <a:rPr lang="zh-CN" altLang="en-US" b="1" dirty="0" smtClean="0">
                <a:latin typeface="幼圆" pitchFamily="49" charset="-122"/>
                <a:ea typeface="幼圆" pitchFamily="49" charset="-122"/>
              </a:rPr>
              <a:t>喜欢的</a:t>
            </a:r>
            <a:r>
              <a:rPr lang="zh-CN" altLang="en-US" b="1" dirty="0" smtClean="0">
                <a:latin typeface="幼圆" pitchFamily="49" charset="-122"/>
                <a:ea typeface="幼圆" pitchFamily="49" charset="-122"/>
              </a:rPr>
              <a:t>就是：“坐”</a:t>
            </a:r>
            <a:endParaRPr lang="en-US" altLang="zh-CN" b="1" dirty="0" smtClean="0">
              <a:latin typeface="幼圆" pitchFamily="49" charset="-122"/>
              <a:ea typeface="幼圆" pitchFamily="49" charset="-122"/>
            </a:endParaRPr>
          </a:p>
          <a:p>
            <a:pPr>
              <a:buNone/>
            </a:pPr>
            <a:endParaRPr lang="en-US" altLang="zh-CN" b="1" dirty="0" smtClean="0">
              <a:latin typeface="幼圆" pitchFamily="49" charset="-122"/>
              <a:ea typeface="幼圆" pitchFamily="49" charset="-122"/>
            </a:endParaRPr>
          </a:p>
          <a:p>
            <a:pPr>
              <a:buNone/>
            </a:pPr>
            <a:endParaRPr lang="en-US" altLang="zh-CN" b="1" dirty="0" smtClean="0">
              <a:latin typeface="幼圆" pitchFamily="49" charset="-122"/>
              <a:ea typeface="幼圆" pitchFamily="49" charset="-122"/>
            </a:endParaRPr>
          </a:p>
          <a:p>
            <a:pPr>
              <a:buNone/>
            </a:pPr>
            <a:endParaRPr lang="en-US" altLang="zh-CN" b="1" dirty="0" smtClean="0">
              <a:latin typeface="幼圆" pitchFamily="49" charset="-122"/>
              <a:ea typeface="幼圆" pitchFamily="49" charset="-122"/>
            </a:endParaRPr>
          </a:p>
          <a:p>
            <a:pPr>
              <a:buNone/>
            </a:pPr>
            <a:endParaRPr lang="en-US" altLang="zh-CN" b="1" dirty="0" smtClean="0">
              <a:latin typeface="幼圆" pitchFamily="49" charset="-122"/>
              <a:ea typeface="幼圆" pitchFamily="49" charset="-122"/>
            </a:endParaRPr>
          </a:p>
          <a:p>
            <a:pPr>
              <a:buNone/>
            </a:pPr>
            <a:endParaRPr lang="en-US" altLang="zh-CN" b="1" dirty="0" smtClean="0">
              <a:latin typeface="幼圆" pitchFamily="49" charset="-122"/>
              <a:ea typeface="幼圆" pitchFamily="49" charset="-122"/>
            </a:endParaRPr>
          </a:p>
          <a:p>
            <a:pPr>
              <a:buNone/>
            </a:pPr>
            <a:endParaRPr lang="en-US" altLang="zh-CN" b="1" dirty="0" smtClean="0">
              <a:latin typeface="幼圆" pitchFamily="49" charset="-122"/>
              <a:ea typeface="幼圆" pitchFamily="49" charset="-122"/>
            </a:endParaRPr>
          </a:p>
          <a:p>
            <a:pPr>
              <a:buNone/>
            </a:pPr>
            <a:endParaRPr lang="zh-CN" altLang="en-US" b="1" dirty="0"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504351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b="1" dirty="0" smtClean="0">
                <a:latin typeface="幼圆" pitchFamily="49" charset="-122"/>
                <a:ea typeface="幼圆" pitchFamily="49" charset="-122"/>
              </a:rPr>
              <a:t>然后。。。</a:t>
            </a:r>
            <a:endParaRPr lang="en-US" altLang="zh-CN" b="1" dirty="0" smtClean="0">
              <a:latin typeface="幼圆" pitchFamily="49" charset="-122"/>
              <a:ea typeface="幼圆" pitchFamily="49" charset="-122"/>
            </a:endParaRPr>
          </a:p>
          <a:p>
            <a:pPr>
              <a:buNone/>
            </a:pPr>
            <a:r>
              <a:rPr lang="zh-CN" altLang="en-US" b="1" dirty="0" smtClean="0">
                <a:latin typeface="幼圆" pitchFamily="49" charset="-122"/>
                <a:ea typeface="幼圆" pitchFamily="49" charset="-122"/>
              </a:rPr>
              <a:t>下雨</a:t>
            </a:r>
            <a:r>
              <a:rPr lang="en-US" altLang="zh-CN" b="1" dirty="0" smtClean="0">
                <a:latin typeface="幼圆" pitchFamily="49" charset="-122"/>
                <a:ea typeface="幼圆" pitchFamily="49" charset="-122"/>
              </a:rPr>
              <a:t>-</a:t>
            </a:r>
            <a:r>
              <a:rPr lang="zh-CN" altLang="en-US" b="1" dirty="0" smtClean="0">
                <a:latin typeface="幼圆" pitchFamily="49" charset="-122"/>
                <a:ea typeface="幼圆" pitchFamily="49" charset="-122"/>
              </a:rPr>
              <a:t>下雨</a:t>
            </a:r>
            <a:r>
              <a:rPr lang="en-US" altLang="zh-CN" b="1" dirty="0" smtClean="0">
                <a:latin typeface="幼圆" pitchFamily="49" charset="-122"/>
                <a:ea typeface="幼圆" pitchFamily="49" charset="-122"/>
              </a:rPr>
              <a:t>-</a:t>
            </a:r>
            <a:r>
              <a:rPr lang="zh-CN" altLang="en-US" b="1" dirty="0" smtClean="0">
                <a:latin typeface="幼圆" pitchFamily="49" charset="-122"/>
                <a:ea typeface="幼圆" pitchFamily="49" charset="-122"/>
              </a:rPr>
              <a:t>下雨</a:t>
            </a:r>
            <a:endParaRPr lang="en-US" altLang="zh-CN" b="1" dirty="0" smtClean="0">
              <a:latin typeface="幼圆" pitchFamily="49" charset="-122"/>
              <a:ea typeface="幼圆" pitchFamily="49" charset="-122"/>
            </a:endParaRPr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zh-CN" altLang="en-US" b="1" dirty="0" smtClean="0">
                <a:latin typeface="幼圆" pitchFamily="49" charset="-122"/>
                <a:ea typeface="幼圆" pitchFamily="49" charset="-122"/>
              </a:rPr>
              <a:t>结束了。。。</a:t>
            </a:r>
            <a:endParaRPr lang="en-US" altLang="zh-CN" b="1" dirty="0" smtClean="0">
              <a:latin typeface="幼圆" pitchFamily="49" charset="-122"/>
              <a:ea typeface="幼圆" pitchFamily="49" charset="-122"/>
            </a:endParaRPr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endParaRPr lang="zh-CN" altLang="en-US" dirty="0"/>
          </a:p>
        </p:txBody>
      </p:sp>
      <p:pic>
        <p:nvPicPr>
          <p:cNvPr id="6" name="图片 5" descr="QQ图片201710031330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984" y="1571612"/>
            <a:ext cx="1571636" cy="585703"/>
          </a:xfrm>
          <a:prstGeom prst="rect">
            <a:avLst/>
          </a:prstGeom>
        </p:spPr>
      </p:pic>
      <p:pic>
        <p:nvPicPr>
          <p:cNvPr id="7" name="图片 6" descr="QQ图片201710031330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662" y="2143116"/>
            <a:ext cx="1533525" cy="571500"/>
          </a:xfrm>
          <a:prstGeom prst="rect">
            <a:avLst/>
          </a:prstGeom>
        </p:spPr>
      </p:pic>
      <p:pic>
        <p:nvPicPr>
          <p:cNvPr id="8" name="图片 7" descr="QQ图片201710031330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736" y="2643182"/>
            <a:ext cx="1533525" cy="571500"/>
          </a:xfrm>
          <a:prstGeom prst="rect">
            <a:avLst/>
          </a:prstGeom>
        </p:spPr>
      </p:pic>
      <p:pic>
        <p:nvPicPr>
          <p:cNvPr id="9" name="图片 8" descr="QQ图片2017100614130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414" y="3643314"/>
            <a:ext cx="1937068" cy="1071570"/>
          </a:xfrm>
          <a:prstGeom prst="rect">
            <a:avLst/>
          </a:prstGeom>
        </p:spPr>
      </p:pic>
      <p:pic>
        <p:nvPicPr>
          <p:cNvPr id="10" name="图片 9" descr="QQ图片2017100614161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976" y="5286388"/>
            <a:ext cx="1947276" cy="1000132"/>
          </a:xfrm>
          <a:prstGeom prst="rect">
            <a:avLst/>
          </a:prstGeom>
        </p:spPr>
      </p:pic>
      <p:pic>
        <p:nvPicPr>
          <p:cNvPr id="11" name="图片 10" descr="QQ图片2017100217203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8082" y="1142984"/>
            <a:ext cx="1320800" cy="1574800"/>
          </a:xfrm>
          <a:prstGeom prst="rect">
            <a:avLst/>
          </a:prstGeom>
        </p:spPr>
      </p:pic>
      <p:pic>
        <p:nvPicPr>
          <p:cNvPr id="12" name="已录下的声音">
            <a:hlinkClick r:id="" action="ppaction://media"/>
          </p:cNvPr>
          <p:cNvPicPr>
            <a:picLocks noRot="1" noChangeAspect="1"/>
          </p:cNvPicPr>
          <p:nvPr>
            <a:wavAudioFile r:embed="rId1" name="已录下的声音"/>
          </p:nvPr>
        </p:nvPicPr>
        <p:blipFill>
          <a:blip r:embed="rId7"/>
          <a:stretch>
            <a:fillRect/>
          </a:stretch>
        </p:blipFill>
        <p:spPr>
          <a:xfrm>
            <a:off x="8572528" y="2357430"/>
            <a:ext cx="304800" cy="304800"/>
          </a:xfrm>
          <a:prstGeom prst="rect">
            <a:avLst/>
          </a:prstGeom>
        </p:spPr>
      </p:pic>
      <p:pic>
        <p:nvPicPr>
          <p:cNvPr id="14" name="图片 13" descr="QQ图片20171006144603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3438" y="2857496"/>
            <a:ext cx="3714776" cy="2786082"/>
          </a:xfrm>
          <a:prstGeom prst="rect">
            <a:avLst/>
          </a:prstGeom>
        </p:spPr>
      </p:pic>
    </p:spTree>
  </p:cSld>
  <p:clrMapOvr>
    <a:masterClrMapping/>
  </p:clrMapOvr>
  <p:transition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8" dur="186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audio>
              <p:cMediaNode>
                <p:cTn id="69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0" y="274638"/>
            <a:ext cx="4572000" cy="1143000"/>
          </a:xfrm>
        </p:spPr>
        <p:txBody>
          <a:bodyPr>
            <a:noAutofit/>
          </a:bodyPr>
          <a:lstStyle/>
          <a:p>
            <a:r>
              <a:rPr lang="zh-CN" altLang="en-US" sz="4000" b="1" dirty="0" smtClean="0">
                <a:solidFill>
                  <a:schemeClr val="accent1">
                    <a:lumMod val="50000"/>
                  </a:schemeClr>
                </a:solidFill>
                <a:latin typeface="幼圆" pitchFamily="49" charset="-122"/>
                <a:ea typeface="幼圆" pitchFamily="49" charset="-122"/>
              </a:rPr>
              <a:t>现在要好好学习了</a:t>
            </a:r>
            <a:endParaRPr lang="zh-CN" altLang="en-US" sz="4000" b="1" dirty="0">
              <a:solidFill>
                <a:schemeClr val="accent1">
                  <a:lumMod val="50000"/>
                </a:schemeClr>
              </a:solidFill>
              <a:latin typeface="幼圆" pitchFamily="49" charset="-122"/>
              <a:ea typeface="幼圆" pitchFamily="49" charset="-122"/>
            </a:endParaRPr>
          </a:p>
        </p:txBody>
      </p:sp>
      <p:pic>
        <p:nvPicPr>
          <p:cNvPr id="5" name="内容占位符 4" descr="QQ图片20171003152100.jpg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4286248" cy="6858049"/>
          </a:xfrm>
        </p:spPr>
      </p:pic>
      <p:pic>
        <p:nvPicPr>
          <p:cNvPr id="6" name="内容占位符 5" descr="QQ图片20171002172002.jpg">
            <a:hlinkClick r:id="rId3" action="ppaction://hlinksldjump"/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4648200" y="1793875"/>
            <a:ext cx="4210080" cy="4210080"/>
          </a:xfrm>
        </p:spPr>
      </p:pic>
    </p:spTree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QQ图片201710061216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73"/>
            <a:ext cx="9144000" cy="681925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28604"/>
            <a:ext cx="8229600" cy="9144064"/>
          </a:xfrm>
        </p:spPr>
        <p:txBody>
          <a:bodyPr>
            <a:normAutofit fontScale="55000" lnSpcReduction="20000"/>
          </a:bodyPr>
          <a:lstStyle/>
          <a:p>
            <a:pPr algn="ctr">
              <a:buNone/>
            </a:pPr>
            <a:r>
              <a:rPr lang="zh-CN" altLang="en-US" sz="5000" b="1" dirty="0" smtClean="0">
                <a:latin typeface="幼圆" pitchFamily="49" charset="-122"/>
                <a:ea typeface="幼圆" pitchFamily="49" charset="-122"/>
              </a:rPr>
              <a:t>一个来自佛罗里达的女孩</a:t>
            </a:r>
            <a:r>
              <a:rPr lang="zh-CN" altLang="en-US" sz="5000" b="1" dirty="0" smtClean="0">
                <a:latin typeface="幼圆" pitchFamily="49" charset="-122"/>
                <a:ea typeface="幼圆" pitchFamily="49" charset="-122"/>
              </a:rPr>
              <a:t>。</a:t>
            </a:r>
            <a:endParaRPr lang="en-US" altLang="zh-CN" sz="5000" b="1" dirty="0" smtClean="0">
              <a:latin typeface="幼圆" pitchFamily="49" charset="-122"/>
              <a:ea typeface="幼圆" pitchFamily="49" charset="-122"/>
            </a:endParaRPr>
          </a:p>
          <a:p>
            <a:pPr algn="ctr">
              <a:buNone/>
            </a:pPr>
            <a:endParaRPr lang="en-US" altLang="zh-CN" sz="5000" b="1" dirty="0" smtClean="0">
              <a:latin typeface="幼圆" pitchFamily="49" charset="-122"/>
              <a:ea typeface="幼圆" pitchFamily="49" charset="-122"/>
            </a:endParaRPr>
          </a:p>
          <a:p>
            <a:pPr algn="ctr">
              <a:buNone/>
            </a:pPr>
            <a:r>
              <a:rPr lang="zh-CN" altLang="en-US" sz="5000" b="1" dirty="0" smtClean="0">
                <a:latin typeface="幼圆" pitchFamily="49" charset="-122"/>
                <a:ea typeface="幼圆" pitchFamily="49" charset="-122"/>
              </a:rPr>
              <a:t>一天，</a:t>
            </a:r>
            <a:endParaRPr lang="en-US" altLang="zh-CN" sz="5000" b="1" dirty="0" smtClean="0">
              <a:latin typeface="幼圆" pitchFamily="49" charset="-122"/>
              <a:ea typeface="幼圆" pitchFamily="49" charset="-122"/>
            </a:endParaRPr>
          </a:p>
          <a:p>
            <a:pPr algn="ctr">
              <a:buNone/>
            </a:pPr>
            <a:r>
              <a:rPr lang="zh-CN" altLang="en-US" sz="5000" b="1" dirty="0" smtClean="0">
                <a:latin typeface="幼圆" pitchFamily="49" charset="-122"/>
                <a:ea typeface="幼圆" pitchFamily="49" charset="-122"/>
              </a:rPr>
              <a:t>她</a:t>
            </a:r>
            <a:r>
              <a:rPr lang="zh-CN" altLang="en-US" sz="5000" b="1" dirty="0" smtClean="0">
                <a:latin typeface="幼圆" pitchFamily="49" charset="-122"/>
                <a:ea typeface="幼圆" pitchFamily="49" charset="-122"/>
              </a:rPr>
              <a:t>在</a:t>
            </a:r>
            <a:r>
              <a:rPr lang="zh-CN" altLang="en-US" sz="5000" b="1" dirty="0" smtClean="0">
                <a:latin typeface="幼圆" pitchFamily="49" charset="-122"/>
                <a:ea typeface="幼圆" pitchFamily="49" charset="-122"/>
              </a:rPr>
              <a:t>围观火箭</a:t>
            </a:r>
            <a:r>
              <a:rPr lang="zh-CN" altLang="en-US" sz="5000" b="1" dirty="0" smtClean="0">
                <a:latin typeface="幼圆" pitchFamily="49" charset="-122"/>
                <a:ea typeface="幼圆" pitchFamily="49" charset="-122"/>
              </a:rPr>
              <a:t>发射台被拆除的时候</a:t>
            </a:r>
            <a:r>
              <a:rPr lang="zh-CN" altLang="en-US" sz="5000" b="1" dirty="0" smtClean="0">
                <a:latin typeface="幼圆" pitchFamily="49" charset="-122"/>
                <a:ea typeface="幼圆" pitchFamily="49" charset="-122"/>
              </a:rPr>
              <a:t>，</a:t>
            </a:r>
            <a:endParaRPr lang="en-US" altLang="zh-CN" sz="5000" b="1" dirty="0" smtClean="0">
              <a:latin typeface="幼圆" pitchFamily="49" charset="-122"/>
              <a:ea typeface="幼圆" pitchFamily="49" charset="-122"/>
            </a:endParaRPr>
          </a:p>
          <a:p>
            <a:pPr algn="ctr">
              <a:buNone/>
            </a:pPr>
            <a:r>
              <a:rPr lang="zh-CN" altLang="en-US" sz="5000" b="1" dirty="0" smtClean="0">
                <a:latin typeface="幼圆" pitchFamily="49" charset="-122"/>
                <a:ea typeface="幼圆" pitchFamily="49" charset="-122"/>
              </a:rPr>
              <a:t>幻想</a:t>
            </a:r>
            <a:r>
              <a:rPr lang="zh-CN" altLang="en-US" sz="5000" b="1" dirty="0" smtClean="0">
                <a:latin typeface="幼圆" pitchFamily="49" charset="-122"/>
                <a:ea typeface="幼圆" pitchFamily="49" charset="-122"/>
              </a:rPr>
              <a:t>着自己是不是会有一天能见到外星人</a:t>
            </a:r>
            <a:r>
              <a:rPr lang="zh-CN" altLang="en-US" sz="5000" b="1" dirty="0" smtClean="0">
                <a:latin typeface="幼圆" pitchFamily="49" charset="-122"/>
                <a:ea typeface="幼圆" pitchFamily="49" charset="-122"/>
              </a:rPr>
              <a:t>。</a:t>
            </a:r>
            <a:endParaRPr lang="en-US" altLang="zh-CN" sz="5000" b="1" dirty="0" smtClean="0">
              <a:latin typeface="幼圆" pitchFamily="49" charset="-122"/>
              <a:ea typeface="幼圆" pitchFamily="49" charset="-122"/>
            </a:endParaRPr>
          </a:p>
          <a:p>
            <a:pPr algn="ctr">
              <a:buNone/>
            </a:pPr>
            <a:endParaRPr lang="en-US" altLang="zh-CN" sz="5000" b="1" dirty="0" smtClean="0">
              <a:latin typeface="幼圆" pitchFamily="49" charset="-122"/>
              <a:ea typeface="幼圆" pitchFamily="49" charset="-122"/>
            </a:endParaRPr>
          </a:p>
          <a:p>
            <a:pPr algn="ctr">
              <a:buNone/>
            </a:pPr>
            <a:r>
              <a:rPr lang="zh-CN" altLang="en-US" sz="5000" b="1" dirty="0" smtClean="0">
                <a:latin typeface="幼圆" pitchFamily="49" charset="-122"/>
                <a:ea typeface="幼圆" pitchFamily="49" charset="-122"/>
              </a:rPr>
              <a:t>在</a:t>
            </a:r>
            <a:r>
              <a:rPr lang="zh-CN" altLang="en-US" sz="5000" b="1" dirty="0" smtClean="0">
                <a:latin typeface="幼圆" pitchFamily="49" charset="-122"/>
                <a:ea typeface="幼圆" pitchFamily="49" charset="-122"/>
              </a:rPr>
              <a:t>接下来的日子里</a:t>
            </a:r>
            <a:r>
              <a:rPr lang="zh-CN" altLang="en-US" sz="5000" b="1" dirty="0" smtClean="0">
                <a:latin typeface="幼圆" pitchFamily="49" charset="-122"/>
                <a:ea typeface="幼圆" pitchFamily="49" charset="-122"/>
              </a:rPr>
              <a:t>，</a:t>
            </a:r>
            <a:endParaRPr lang="en-US" altLang="zh-CN" sz="5000" b="1" dirty="0" smtClean="0">
              <a:latin typeface="幼圆" pitchFamily="49" charset="-122"/>
              <a:ea typeface="幼圆" pitchFamily="49" charset="-122"/>
            </a:endParaRPr>
          </a:p>
          <a:p>
            <a:pPr algn="ctr">
              <a:buNone/>
            </a:pPr>
            <a:r>
              <a:rPr lang="zh-CN" altLang="en-US" sz="5000" b="1" dirty="0" smtClean="0">
                <a:latin typeface="幼圆" pitchFamily="49" charset="-122"/>
                <a:ea typeface="幼圆" pitchFamily="49" charset="-122"/>
              </a:rPr>
              <a:t>她</a:t>
            </a:r>
            <a:r>
              <a:rPr lang="zh-CN" altLang="en-US" sz="5000" b="1" dirty="0" smtClean="0">
                <a:latin typeface="幼圆" pitchFamily="49" charset="-122"/>
                <a:ea typeface="幼圆" pitchFamily="49" charset="-122"/>
              </a:rPr>
              <a:t>变成了一个开朗乐观、对科学充满好奇心的青年。</a:t>
            </a:r>
          </a:p>
          <a:p>
            <a:pPr algn="ctr">
              <a:buNone/>
            </a:pPr>
            <a:endParaRPr lang="en-US" altLang="zh-CN" sz="5000" b="1" dirty="0" smtClean="0">
              <a:latin typeface="幼圆" pitchFamily="49" charset="-122"/>
              <a:ea typeface="幼圆" pitchFamily="49" charset="-122"/>
            </a:endParaRPr>
          </a:p>
          <a:p>
            <a:pPr algn="ctr">
              <a:buNone/>
            </a:pPr>
            <a:r>
              <a:rPr lang="zh-CN" altLang="en-US" sz="5000" b="1" dirty="0" smtClean="0">
                <a:latin typeface="幼圆" pitchFamily="49" charset="-122"/>
                <a:ea typeface="幼圆" pitchFamily="49" charset="-122"/>
              </a:rPr>
              <a:t>在</a:t>
            </a:r>
            <a:r>
              <a:rPr lang="zh-CN" altLang="en-US" sz="5000" b="1" dirty="0" smtClean="0">
                <a:latin typeface="幼圆" pitchFamily="49" charset="-122"/>
                <a:ea typeface="幼圆" pitchFamily="49" charset="-122"/>
              </a:rPr>
              <a:t>生活中</a:t>
            </a:r>
            <a:r>
              <a:rPr lang="zh-CN" altLang="en-US" sz="5000" b="1" dirty="0" smtClean="0">
                <a:latin typeface="幼圆" pitchFamily="49" charset="-122"/>
                <a:ea typeface="幼圆" pitchFamily="49" charset="-122"/>
              </a:rPr>
              <a:t>，</a:t>
            </a:r>
            <a:endParaRPr lang="en-US" altLang="zh-CN" sz="5000" b="1" dirty="0" smtClean="0">
              <a:latin typeface="幼圆" pitchFamily="49" charset="-122"/>
              <a:ea typeface="幼圆" pitchFamily="49" charset="-122"/>
            </a:endParaRPr>
          </a:p>
          <a:p>
            <a:pPr algn="ctr">
              <a:buNone/>
            </a:pPr>
            <a:r>
              <a:rPr lang="zh-CN" altLang="en-US" sz="5000" b="1" dirty="0" smtClean="0">
                <a:latin typeface="幼圆" pitchFamily="49" charset="-122"/>
                <a:ea typeface="幼圆" pitchFamily="49" charset="-122"/>
              </a:rPr>
              <a:t>她</a:t>
            </a:r>
            <a:r>
              <a:rPr lang="zh-CN" altLang="en-US" sz="5000" b="1" dirty="0" smtClean="0">
                <a:latin typeface="幼圆" pitchFamily="49" charset="-122"/>
                <a:ea typeface="幼圆" pitchFamily="49" charset="-122"/>
              </a:rPr>
              <a:t>遇见了克鲁尼所扮演的中年人</a:t>
            </a:r>
            <a:r>
              <a:rPr lang="zh-CN" altLang="en-US" sz="5000" b="1" dirty="0" smtClean="0">
                <a:latin typeface="幼圆" pitchFamily="49" charset="-122"/>
                <a:ea typeface="幼圆" pitchFamily="49" charset="-122"/>
              </a:rPr>
              <a:t>。</a:t>
            </a:r>
            <a:endParaRPr lang="en-US" altLang="zh-CN" sz="5000" b="1" dirty="0" smtClean="0">
              <a:latin typeface="幼圆" pitchFamily="49" charset="-122"/>
              <a:ea typeface="幼圆" pitchFamily="49" charset="-122"/>
            </a:endParaRPr>
          </a:p>
          <a:p>
            <a:pPr algn="ctr">
              <a:buNone/>
            </a:pPr>
            <a:r>
              <a:rPr lang="zh-CN" altLang="en-US" sz="5000" b="1" dirty="0" smtClean="0">
                <a:latin typeface="幼圆" pitchFamily="49" charset="-122"/>
                <a:ea typeface="幼圆" pitchFamily="49" charset="-122"/>
              </a:rPr>
              <a:t>这个</a:t>
            </a:r>
            <a:r>
              <a:rPr lang="zh-CN" altLang="en-US" sz="5000" b="1" dirty="0" smtClean="0">
                <a:latin typeface="幼圆" pitchFamily="49" charset="-122"/>
                <a:ea typeface="幼圆" pitchFamily="49" charset="-122"/>
              </a:rPr>
              <a:t>角色是前天才少年发明家</a:t>
            </a:r>
            <a:r>
              <a:rPr lang="zh-CN" altLang="en-US" sz="5000" b="1" dirty="0" smtClean="0">
                <a:latin typeface="幼圆" pitchFamily="49" charset="-122"/>
                <a:ea typeface="幼圆" pitchFamily="49" charset="-122"/>
              </a:rPr>
              <a:t>，</a:t>
            </a:r>
            <a:endParaRPr lang="en-US" altLang="zh-CN" sz="5000" b="1" dirty="0" smtClean="0">
              <a:latin typeface="幼圆" pitchFamily="49" charset="-122"/>
              <a:ea typeface="幼圆" pitchFamily="49" charset="-122"/>
            </a:endParaRPr>
          </a:p>
          <a:p>
            <a:pPr algn="ctr">
              <a:buNone/>
            </a:pPr>
            <a:r>
              <a:rPr lang="zh-CN" altLang="en-US" sz="5000" b="1" dirty="0" smtClean="0">
                <a:latin typeface="幼圆" pitchFamily="49" charset="-122"/>
                <a:ea typeface="幼圆" pitchFamily="49" charset="-122"/>
              </a:rPr>
              <a:t>人</a:t>
            </a:r>
            <a:r>
              <a:rPr lang="zh-CN" altLang="en-US" sz="5000" b="1" dirty="0" smtClean="0">
                <a:latin typeface="幼圆" pitchFamily="49" charset="-122"/>
                <a:ea typeface="幼圆" pitchFamily="49" charset="-122"/>
              </a:rPr>
              <a:t>到中年的</a:t>
            </a:r>
            <a:r>
              <a:rPr lang="zh-CN" altLang="en-US" sz="5000" b="1" dirty="0" smtClean="0">
                <a:latin typeface="幼圆" pitchFamily="49" charset="-122"/>
                <a:ea typeface="幼圆" pitchFamily="49" charset="-122"/>
              </a:rPr>
              <a:t>他</a:t>
            </a:r>
            <a:endParaRPr lang="en-US" altLang="zh-CN" sz="5000" b="1" dirty="0" smtClean="0">
              <a:latin typeface="幼圆" pitchFamily="49" charset="-122"/>
              <a:ea typeface="幼圆" pitchFamily="49" charset="-122"/>
            </a:endParaRPr>
          </a:p>
          <a:p>
            <a:pPr algn="ctr">
              <a:buNone/>
            </a:pPr>
            <a:r>
              <a:rPr lang="zh-CN" altLang="en-US" sz="5000" b="1" dirty="0" smtClean="0">
                <a:latin typeface="幼圆" pitchFamily="49" charset="-122"/>
                <a:ea typeface="幼圆" pitchFamily="49" charset="-122"/>
              </a:rPr>
              <a:t>对</a:t>
            </a:r>
            <a:r>
              <a:rPr lang="zh-CN" altLang="en-US" sz="5000" b="1" dirty="0" smtClean="0">
                <a:latin typeface="幼圆" pitchFamily="49" charset="-122"/>
                <a:ea typeface="幼圆" pitchFamily="49" charset="-122"/>
              </a:rPr>
              <a:t>现实世界充满了厌倦感</a:t>
            </a:r>
            <a:r>
              <a:rPr lang="zh-CN" altLang="en-US" sz="5000" b="1" dirty="0" smtClean="0">
                <a:latin typeface="幼圆" pitchFamily="49" charset="-122"/>
                <a:ea typeface="幼圆" pitchFamily="49" charset="-122"/>
              </a:rPr>
              <a:t>。</a:t>
            </a:r>
            <a:endParaRPr lang="en-US" altLang="zh-CN" sz="5000" b="1" dirty="0" smtClean="0">
              <a:latin typeface="幼圆" pitchFamily="49" charset="-122"/>
              <a:ea typeface="幼圆" pitchFamily="49" charset="-122"/>
            </a:endParaRPr>
          </a:p>
          <a:p>
            <a:pPr algn="ctr">
              <a:buNone/>
            </a:pPr>
            <a:endParaRPr lang="en-US" altLang="zh-CN" sz="5000" b="1" dirty="0" smtClean="0">
              <a:latin typeface="幼圆" pitchFamily="49" charset="-122"/>
              <a:ea typeface="幼圆" pitchFamily="49" charset="-122"/>
            </a:endParaRPr>
          </a:p>
          <a:p>
            <a:pPr algn="ctr">
              <a:buNone/>
            </a:pPr>
            <a:r>
              <a:rPr lang="zh-CN" altLang="en-US" sz="5000" b="1" dirty="0" smtClean="0">
                <a:latin typeface="幼圆" pitchFamily="49" charset="-122"/>
                <a:ea typeface="幼圆" pitchFamily="49" charset="-122"/>
              </a:rPr>
              <a:t>这</a:t>
            </a:r>
            <a:r>
              <a:rPr lang="zh-CN" altLang="en-US" sz="5000" b="1" dirty="0" smtClean="0">
                <a:latin typeface="幼圆" pitchFamily="49" charset="-122"/>
                <a:ea typeface="幼圆" pitchFamily="49" charset="-122"/>
              </a:rPr>
              <a:t>两个人碰到了一起</a:t>
            </a:r>
            <a:r>
              <a:rPr lang="zh-CN" altLang="en-US" sz="5000" b="1" dirty="0" smtClean="0">
                <a:latin typeface="幼圆" pitchFamily="49" charset="-122"/>
                <a:ea typeface="幼圆" pitchFamily="49" charset="-122"/>
              </a:rPr>
              <a:t>，</a:t>
            </a:r>
            <a:endParaRPr lang="en-US" altLang="zh-CN" sz="5000" b="1" dirty="0" smtClean="0">
              <a:latin typeface="幼圆" pitchFamily="49" charset="-122"/>
              <a:ea typeface="幼圆" pitchFamily="49" charset="-122"/>
            </a:endParaRPr>
          </a:p>
          <a:p>
            <a:pPr algn="ctr">
              <a:buNone/>
            </a:pPr>
            <a:r>
              <a:rPr lang="zh-CN" altLang="en-US" sz="5000" b="1" dirty="0" smtClean="0">
                <a:latin typeface="幼圆" pitchFamily="49" charset="-122"/>
                <a:ea typeface="幼圆" pitchFamily="49" charset="-122"/>
              </a:rPr>
              <a:t>记忆</a:t>
            </a:r>
            <a:r>
              <a:rPr lang="zh-CN" altLang="en-US" sz="5000" b="1" dirty="0" smtClean="0">
                <a:latin typeface="幼圆" pitchFamily="49" charset="-122"/>
                <a:ea typeface="幼圆" pitchFamily="49" charset="-122"/>
              </a:rPr>
              <a:t>中共同的回忆让他们走上了寻找的</a:t>
            </a:r>
            <a:r>
              <a:rPr lang="zh-CN" altLang="en-US" sz="5000" b="1" dirty="0" smtClean="0">
                <a:latin typeface="幼圆" pitchFamily="49" charset="-122"/>
                <a:ea typeface="幼圆" pitchFamily="49" charset="-122"/>
              </a:rPr>
              <a:t>旅程</a:t>
            </a:r>
            <a:endParaRPr lang="en-US" sz="5000" b="1" dirty="0" smtClean="0">
              <a:latin typeface="幼圆" pitchFamily="49" charset="-122"/>
              <a:ea typeface="幼圆" pitchFamily="49" charset="-122"/>
            </a:endParaRPr>
          </a:p>
          <a:p>
            <a:pPr algn="ctr">
              <a:buNone/>
            </a:pPr>
            <a:endParaRPr lang="en-US" altLang="zh-CN" sz="5000" b="1" dirty="0" smtClean="0">
              <a:latin typeface="幼圆" pitchFamily="49" charset="-122"/>
              <a:ea typeface="幼圆" pitchFamily="49" charset="-122"/>
            </a:endParaRPr>
          </a:p>
          <a:p>
            <a:pPr algn="ctr">
              <a:buNone/>
            </a:pPr>
            <a:r>
              <a:rPr lang="zh-CN" altLang="en-US" sz="5000" b="1" dirty="0" smtClean="0">
                <a:latin typeface="幼圆" pitchFamily="49" charset="-122"/>
                <a:ea typeface="幼圆" pitchFamily="49" charset="-122"/>
              </a:rPr>
              <a:t>去</a:t>
            </a:r>
            <a:r>
              <a:rPr lang="zh-CN" altLang="en-US" sz="5000" b="1" dirty="0" smtClean="0">
                <a:latin typeface="幼圆" pitchFamily="49" charset="-122"/>
                <a:ea typeface="幼圆" pitchFamily="49" charset="-122"/>
              </a:rPr>
              <a:t>寻找他们共有记忆中的神秘之域</a:t>
            </a:r>
            <a:r>
              <a:rPr lang="zh-CN" altLang="en-US" sz="5000" b="1" dirty="0" smtClean="0">
                <a:latin typeface="幼圆" pitchFamily="49" charset="-122"/>
                <a:ea typeface="幼圆" pitchFamily="49" charset="-122"/>
              </a:rPr>
              <a:t>：</a:t>
            </a:r>
            <a:endParaRPr lang="en-US" altLang="zh-CN" sz="5000" b="1" dirty="0" smtClean="0">
              <a:latin typeface="幼圆" pitchFamily="49" charset="-122"/>
              <a:ea typeface="幼圆" pitchFamily="49" charset="-122"/>
            </a:endParaRPr>
          </a:p>
          <a:p>
            <a:pPr algn="ctr">
              <a:buNone/>
            </a:pPr>
            <a:r>
              <a:rPr lang="zh-CN" altLang="en-US" sz="5000" b="1" dirty="0" smtClean="0">
                <a:latin typeface="幼圆" pitchFamily="49" charset="-122"/>
                <a:ea typeface="幼圆" pitchFamily="49" charset="-122"/>
              </a:rPr>
              <a:t>明日</a:t>
            </a:r>
            <a:r>
              <a:rPr lang="zh-CN" altLang="en-US" sz="5000" b="1" dirty="0" smtClean="0">
                <a:latin typeface="幼圆" pitchFamily="49" charset="-122"/>
                <a:ea typeface="幼圆" pitchFamily="49" charset="-122"/>
              </a:rPr>
              <a:t>之地</a:t>
            </a:r>
            <a:r>
              <a:rPr lang="zh-CN" altLang="en-US" sz="5000" b="1" dirty="0" smtClean="0">
                <a:latin typeface="幼圆" pitchFamily="49" charset="-122"/>
                <a:ea typeface="幼圆" pitchFamily="49" charset="-122"/>
              </a:rPr>
              <a:t>，</a:t>
            </a:r>
            <a:endParaRPr lang="en-US" altLang="zh-CN" sz="5000" b="1" dirty="0" smtClean="0">
              <a:latin typeface="幼圆" pitchFamily="49" charset="-122"/>
              <a:ea typeface="幼圆" pitchFamily="49" charset="-122"/>
            </a:endParaRPr>
          </a:p>
          <a:p>
            <a:pPr algn="ctr">
              <a:buNone/>
            </a:pPr>
            <a:r>
              <a:rPr lang="zh-CN" altLang="en-US" sz="5000" b="1" dirty="0" smtClean="0">
                <a:latin typeface="幼圆" pitchFamily="49" charset="-122"/>
                <a:ea typeface="幼圆" pitchFamily="49" charset="-122"/>
              </a:rPr>
              <a:t>并</a:t>
            </a:r>
            <a:r>
              <a:rPr lang="zh-CN" altLang="en-US" sz="5000" b="1" dirty="0" smtClean="0">
                <a:latin typeface="幼圆" pitchFamily="49" charset="-122"/>
                <a:ea typeface="幼圆" pitchFamily="49" charset="-122"/>
              </a:rPr>
              <a:t>揭开它背后隐藏的秘密</a:t>
            </a:r>
            <a:r>
              <a:rPr lang="en-US" sz="5000" b="1" dirty="0" smtClean="0">
                <a:latin typeface="幼圆" pitchFamily="49" charset="-122"/>
                <a:ea typeface="幼圆" pitchFamily="49" charset="-122"/>
              </a:rPr>
              <a:t>……</a:t>
            </a:r>
            <a:endParaRPr lang="zh-CN" altLang="en-US" sz="5000" b="1" dirty="0" smtClean="0">
              <a:latin typeface="幼圆" pitchFamily="49" charset="-122"/>
              <a:ea typeface="幼圆" pitchFamily="49" charset="-122"/>
            </a:endParaRPr>
          </a:p>
          <a:p>
            <a:endParaRPr lang="zh-CN" altLang="en-US" dirty="0"/>
          </a:p>
        </p:txBody>
      </p:sp>
      <p:sp>
        <p:nvSpPr>
          <p:cNvPr id="5" name="闪电形 4">
            <a:hlinkClick r:id="rId3" action="ppaction://hlinksldjump"/>
          </p:cNvPr>
          <p:cNvSpPr/>
          <p:nvPr/>
        </p:nvSpPr>
        <p:spPr>
          <a:xfrm>
            <a:off x="8572528" y="6286520"/>
            <a:ext cx="571472" cy="571480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8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5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8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8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8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8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5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5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8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5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5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8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5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5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8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5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5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8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5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5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8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5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5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8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5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5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8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5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5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8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50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50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8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50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50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8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5000" fill="hold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5000" fill="hold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1472" y="285728"/>
            <a:ext cx="7686700" cy="1143000"/>
          </a:xfrm>
          <a:blipFill>
            <a:blip r:embed="rId2"/>
            <a:tile tx="0" ty="0" sx="100000" sy="100000" flip="none" algn="tl"/>
          </a:blip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zh-CN" altLang="en-US" b="1" dirty="0" smtClean="0">
                <a:solidFill>
                  <a:schemeClr val="tx2">
                    <a:lumMod val="50000"/>
                  </a:schemeClr>
                </a:solidFill>
                <a:latin typeface="幼圆" pitchFamily="49" charset="-122"/>
                <a:ea typeface="幼圆" pitchFamily="49" charset="-122"/>
              </a:rPr>
              <a:t>苏州是个</a:t>
            </a:r>
            <a:r>
              <a:rPr lang="zh-CN" altLang="en-US" b="1" dirty="0" smtClean="0">
                <a:solidFill>
                  <a:srgbClr val="0070C0"/>
                </a:solidFill>
                <a:latin typeface="幼圆" pitchFamily="49" charset="-122"/>
                <a:ea typeface="幼圆" pitchFamily="49" charset="-122"/>
              </a:rPr>
              <a:t>好看</a:t>
            </a:r>
            <a:r>
              <a:rPr lang="zh-CN" altLang="en-US" b="1" dirty="0" smtClean="0">
                <a:solidFill>
                  <a:schemeClr val="tx2">
                    <a:lumMod val="50000"/>
                  </a:schemeClr>
                </a:solidFill>
                <a:latin typeface="幼圆" pitchFamily="49" charset="-122"/>
                <a:ea typeface="幼圆" pitchFamily="49" charset="-122"/>
              </a:rPr>
              <a:t>的地方</a:t>
            </a:r>
            <a:endParaRPr lang="zh-CN" altLang="en-US" b="1" dirty="0">
              <a:solidFill>
                <a:schemeClr val="tx2">
                  <a:lumMod val="50000"/>
                </a:schemeClr>
              </a:solidFill>
              <a:latin typeface="幼圆" pitchFamily="49" charset="-122"/>
              <a:ea typeface="幼圆" pitchFamily="49" charset="-122"/>
            </a:endParaRPr>
          </a:p>
        </p:txBody>
      </p:sp>
      <p:pic>
        <p:nvPicPr>
          <p:cNvPr id="4" name="内容占位符 3" descr="0e1bcfdf5f15625a4c79a95c951187dd.jp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500034" y="1428736"/>
            <a:ext cx="2000984" cy="134835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图片 4" descr="6aaeb107eae4f4b0e08290e49232f7d4(1)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1736" y="1428736"/>
            <a:ext cx="2038020" cy="135732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图片 5" descr="7e332c0e17071982da55ba4cb95c303a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643438" y="1357298"/>
            <a:ext cx="2143140" cy="142876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图片 6" descr="57c36ad1cf5ba2435532da125484ab6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9454" y="3071810"/>
            <a:ext cx="2214546" cy="164762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图片 7" descr="7770c0ed6e27d1ce0e1a0c9f18eb8efc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-1" y="3071810"/>
            <a:ext cx="2286015" cy="171451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图片 8" descr="39900ed464b6e0685ed66504996140ca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flipV="1">
            <a:off x="2428860" y="4929198"/>
            <a:ext cx="2250482" cy="135732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图片 9" descr="ba8e86474f281a012439fe3d3bc5c79c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6929422" y="4857760"/>
            <a:ext cx="2214578" cy="147580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图片 10" descr="c04e1f94c749e945d0974fae8c5f0dbf.jp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6858016" y="1357298"/>
            <a:ext cx="2071702" cy="138282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图片 11" descr="d07a798fe53763c10b85811dafe75daa.jp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285720" y="5000636"/>
            <a:ext cx="2131299" cy="128588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图片 12" descr="de334bd84d7025088d00277c96e8bb09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85984" y="3000372"/>
            <a:ext cx="4572032" cy="17859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4" name="图片 13" descr="u=1575050518,1497397953&amp;fm=27&amp;gp=0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43438" y="4929198"/>
            <a:ext cx="2286016" cy="13807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" name="图片 14" descr="QQ图片20171002171351.jp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7215206" y="428604"/>
            <a:ext cx="1000132" cy="95109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70" decel="10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70" decel="100000"/>
                                        <p:tgtEl>
                                          <p:spTgt spid="4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7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70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770" decel="100000"/>
                                        <p:tgtEl>
                                          <p:spTgt spid="5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20" dur="77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2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2" dur="77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2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70" decel="10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770" decel="100000"/>
                                        <p:tgtEl>
                                          <p:spTgt spid="6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2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30" dur="77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3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32" dur="77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3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000"/>
                            </p:stCondLst>
                            <p:childTnLst>
                              <p:par>
                                <p:cTn id="35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7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770" decel="100000"/>
                                        <p:tgtEl>
                                          <p:spTgt spid="11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3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40" dur="77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4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42" dur="77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4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000"/>
                            </p:stCondLst>
                            <p:childTnLst>
                              <p:par>
                                <p:cTn id="45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70" decel="100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8" dur="770" decel="100000"/>
                                        <p:tgtEl>
                                          <p:spTgt spid="8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4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50" dur="77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5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52" dur="77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5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0"/>
                            </p:stCondLst>
                            <p:childTnLst>
                              <p:par>
                                <p:cTn id="55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70" decel="100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770" decel="100000"/>
                                        <p:tgtEl>
                                          <p:spTgt spid="13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5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60" dur="77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6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62" dur="77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6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2000"/>
                            </p:stCondLst>
                            <p:childTnLst>
                              <p:par>
                                <p:cTn id="65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70" decel="1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770" decel="100000"/>
                                        <p:tgtEl>
                                          <p:spTgt spid="7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6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70" dur="77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7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72" dur="77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7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4000"/>
                            </p:stCondLst>
                            <p:childTnLst>
                              <p:par>
                                <p:cTn id="75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70" decel="100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8" dur="770" decel="100000"/>
                                        <p:tgtEl>
                                          <p:spTgt spid="12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7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80" dur="77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8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82" dur="77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8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6000"/>
                            </p:stCondLst>
                            <p:childTnLst>
                              <p:par>
                                <p:cTn id="85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70" decel="100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8" dur="770" decel="100000"/>
                                        <p:tgtEl>
                                          <p:spTgt spid="9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8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90" dur="77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9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92" dur="77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9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8000"/>
                            </p:stCondLst>
                            <p:childTnLst>
                              <p:par>
                                <p:cTn id="95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770" decel="100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8" dur="770" decel="100000"/>
                                        <p:tgtEl>
                                          <p:spTgt spid="14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0" dur="77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0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02" dur="77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0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0000"/>
                            </p:stCondLst>
                            <p:childTnLst>
                              <p:par>
                                <p:cTn id="105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70" decel="100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8" dur="770" decel="100000"/>
                                        <p:tgtEl>
                                          <p:spTgt spid="10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0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10" dur="77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12" dur="77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blipFill>
            <a:blip r:embed="rId2"/>
            <a:tile tx="0" ty="0" sx="100000" sy="100000" flip="none" algn="tl"/>
          </a:blip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r>
              <a:rPr lang="zh-CN" altLang="en-US" b="1" dirty="0" smtClean="0">
                <a:latin typeface="幼圆" pitchFamily="49" charset="-122"/>
                <a:ea typeface="幼圆" pitchFamily="49" charset="-122"/>
              </a:rPr>
              <a:t>苏州是个</a:t>
            </a:r>
            <a:r>
              <a:rPr lang="zh-CN" altLang="en-US" b="1" dirty="0" smtClean="0">
                <a:solidFill>
                  <a:srgbClr val="0070C0"/>
                </a:solidFill>
                <a:latin typeface="幼圆" pitchFamily="49" charset="-122"/>
                <a:ea typeface="幼圆" pitchFamily="49" charset="-122"/>
              </a:rPr>
              <a:t>好玩</a:t>
            </a:r>
            <a:r>
              <a:rPr lang="zh-CN" altLang="en-US" b="1" dirty="0" smtClean="0">
                <a:latin typeface="幼圆" pitchFamily="49" charset="-122"/>
                <a:ea typeface="幼圆" pitchFamily="49" charset="-122"/>
              </a:rPr>
              <a:t>的地方</a:t>
            </a:r>
            <a:endParaRPr lang="zh-CN" altLang="en-US" b="1" dirty="0">
              <a:latin typeface="幼圆" pitchFamily="49" charset="-122"/>
              <a:ea typeface="幼圆" pitchFamily="49" charset="-122"/>
            </a:endParaRPr>
          </a:p>
        </p:txBody>
      </p:sp>
      <p:pic>
        <p:nvPicPr>
          <p:cNvPr id="5" name="内容占位符 4" descr="6d4bb86191c3493c4e1e0cfab794bb51.jp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86116" y="1571612"/>
            <a:ext cx="2678924" cy="150019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图片 5" descr="8e6adab344ba0ddd475f021ccb63261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7950" y="3214686"/>
            <a:ext cx="2428892" cy="182166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图片 6" descr="93d5708562c6dad711b46c21f8b0919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9939" y="5000636"/>
            <a:ext cx="2806493" cy="157163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图片 8" descr="94ed069e5b2d3bde8a820cc0a789aa19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1802" y="5072074"/>
            <a:ext cx="2967297" cy="157163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图片 9" descr="a0e49cc2917e67d79cafe5ffcfc1ee0d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034" y="1500174"/>
            <a:ext cx="2714644" cy="180976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2" name="图片 11" descr="d1c30a60c2bcc214dd40b3ead8b19ce5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0760" y="1500174"/>
            <a:ext cx="3016600" cy="17145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图片 12" descr="e07cbae61e39a6474aa8015b68bd85a8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57488" y="3071810"/>
            <a:ext cx="3557761" cy="200026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4" name="图片 13" descr="92ff670b0371fa9ad5bfdf8fa97d1f7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472" y="3357561"/>
            <a:ext cx="2286016" cy="168657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5" name="图片 14" descr="5153cdb28d43d132a35c0792448afb6b.jp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428596" y="5143511"/>
            <a:ext cx="2714644" cy="14673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6" name="图片 15" descr="QQ图片20171002171529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58082" y="428604"/>
            <a:ext cx="1071570" cy="87475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70" decel="100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70" decel="100000"/>
                                        <p:tgtEl>
                                          <p:spTgt spid="10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7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70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770" decel="100000"/>
                                        <p:tgtEl>
                                          <p:spTgt spid="5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20" dur="77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2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2" dur="77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2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70" decel="100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770" decel="100000"/>
                                        <p:tgtEl>
                                          <p:spTgt spid="12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2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30" dur="77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3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32" dur="77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3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000"/>
                            </p:stCondLst>
                            <p:childTnLst>
                              <p:par>
                                <p:cTn id="35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70" decel="100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770" decel="100000"/>
                                        <p:tgtEl>
                                          <p:spTgt spid="14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3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40" dur="77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4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42" dur="77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4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000"/>
                            </p:stCondLst>
                            <p:childTnLst>
                              <p:par>
                                <p:cTn id="45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70" decel="10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8" dur="770" decel="100000"/>
                                        <p:tgtEl>
                                          <p:spTgt spid="6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4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50" dur="77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5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52" dur="77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5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0"/>
                            </p:stCondLst>
                            <p:childTnLst>
                              <p:par>
                                <p:cTn id="55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70" decel="100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770" decel="100000"/>
                                        <p:tgtEl>
                                          <p:spTgt spid="15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5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60" dur="77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6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62" dur="77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6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2000"/>
                            </p:stCondLst>
                            <p:childTnLst>
                              <p:par>
                                <p:cTn id="65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70" decel="100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770" decel="100000"/>
                                        <p:tgtEl>
                                          <p:spTgt spid="9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6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70" dur="77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7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72" dur="77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7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4000"/>
                            </p:stCondLst>
                            <p:childTnLst>
                              <p:par>
                                <p:cTn id="75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70" decel="1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8" dur="770" decel="100000"/>
                                        <p:tgtEl>
                                          <p:spTgt spid="7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7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80" dur="77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8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82" dur="77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8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6000"/>
                            </p:stCondLst>
                            <p:childTnLst>
                              <p:par>
                                <p:cTn id="85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70" decel="100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8" dur="770" decel="100000"/>
                                        <p:tgtEl>
                                          <p:spTgt spid="13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8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90" dur="77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9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92" dur="77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9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blipFill>
            <a:blip r:embed="rId2"/>
            <a:tile tx="0" ty="0" sx="100000" sy="100000" flip="none" algn="tl"/>
          </a:blip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r>
              <a:rPr lang="zh-CN" altLang="en-US" b="1" dirty="0" smtClean="0">
                <a:latin typeface="幼圆" pitchFamily="49" charset="-122"/>
                <a:ea typeface="幼圆" pitchFamily="49" charset="-122"/>
              </a:rPr>
              <a:t>苏州是个</a:t>
            </a:r>
            <a:r>
              <a:rPr lang="zh-CN" altLang="en-US" b="1" dirty="0" smtClean="0">
                <a:solidFill>
                  <a:srgbClr val="0070C0"/>
                </a:solidFill>
                <a:latin typeface="幼圆" pitchFamily="49" charset="-122"/>
                <a:ea typeface="幼圆" pitchFamily="49" charset="-122"/>
              </a:rPr>
              <a:t>好吃</a:t>
            </a:r>
            <a:r>
              <a:rPr lang="zh-CN" altLang="en-US" b="1" dirty="0" smtClean="0">
                <a:latin typeface="幼圆" pitchFamily="49" charset="-122"/>
                <a:ea typeface="幼圆" pitchFamily="49" charset="-122"/>
              </a:rPr>
              <a:t>的地方</a:t>
            </a:r>
            <a:endParaRPr lang="zh-CN" altLang="en-US" b="1" dirty="0">
              <a:latin typeface="幼圆" pitchFamily="49" charset="-122"/>
              <a:ea typeface="幼圆" pitchFamily="49" charset="-122"/>
            </a:endParaRPr>
          </a:p>
        </p:txBody>
      </p:sp>
      <p:pic>
        <p:nvPicPr>
          <p:cNvPr id="4" name="内容占位符 3" descr="0c401f428bae07eabed75a1bc2702698.jp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00034" y="1643050"/>
            <a:ext cx="1785950" cy="142876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5" name="图片 4" descr="1cd98de26d4ba0186cbf900fa21a9b18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20669288">
            <a:off x="2370647" y="1483797"/>
            <a:ext cx="2214558" cy="146899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6" name="图片 5" descr="3f7987ddb5f08b407a9801ccc0d6e25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0562" y="1714488"/>
            <a:ext cx="1881184" cy="110237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图片 6" descr="9e32a00639b6475cad16e7b4635dae6d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720" y="3000372"/>
            <a:ext cx="2071702" cy="156265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8" name="图片 7" descr="827cb74cb5b211ad91cecb055602ab4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5074" y="1785926"/>
            <a:ext cx="2706714" cy="181103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9" name="图片 8" descr="4085cc599b10f6c0fefe9eaf80fc42d8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43174" y="2786058"/>
            <a:ext cx="3857652" cy="21680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0" name="图片 9" descr="a9fd914dd23cd52c217fed32ee8e61ab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0594834">
            <a:off x="214282" y="4500570"/>
            <a:ext cx="2928926" cy="171357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1" name="图片 10" descr="c998684f9ca160af81d61ae189a8b696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2264" y="3500438"/>
            <a:ext cx="1738340" cy="125508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2" name="图片 11" descr="fe8bd6d084d1f5792b23096a44083f3b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86050" y="4929198"/>
            <a:ext cx="2928958" cy="175737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3" name="图片 12" descr="61009272cb3890ce73a05c595d8d313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671383">
            <a:off x="5672035" y="4640900"/>
            <a:ext cx="3121707" cy="207167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4" name="图片 13" descr="QQ图片20171003133112.jpg">
            <a:hlinkClick r:id="rId13" action="ppaction://hlinksldjump"/>
          </p:cNvPr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7429520" y="357166"/>
            <a:ext cx="1033520" cy="92867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70" decel="10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70" decel="100000"/>
                                        <p:tgtEl>
                                          <p:spTgt spid="4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7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70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770" decel="100000"/>
                                        <p:tgtEl>
                                          <p:spTgt spid="5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20" dur="77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2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2" dur="77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2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70" decel="10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770" decel="100000"/>
                                        <p:tgtEl>
                                          <p:spTgt spid="6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2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30" dur="77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3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32" dur="77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3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000"/>
                            </p:stCondLst>
                            <p:childTnLst>
                              <p:par>
                                <p:cTn id="35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70" decel="100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770" decel="100000"/>
                                        <p:tgtEl>
                                          <p:spTgt spid="8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3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40" dur="77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4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42" dur="77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4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000"/>
                            </p:stCondLst>
                            <p:childTnLst>
                              <p:par>
                                <p:cTn id="45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7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8" dur="770" decel="100000"/>
                                        <p:tgtEl>
                                          <p:spTgt spid="11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4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50" dur="77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5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52" dur="77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5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0"/>
                            </p:stCondLst>
                            <p:childTnLst>
                              <p:par>
                                <p:cTn id="55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70" decel="100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770" decel="100000"/>
                                        <p:tgtEl>
                                          <p:spTgt spid="13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5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60" dur="77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6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62" dur="77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6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2000"/>
                            </p:stCondLst>
                            <p:childTnLst>
                              <p:par>
                                <p:cTn id="65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70" decel="100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770" decel="100000"/>
                                        <p:tgtEl>
                                          <p:spTgt spid="12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6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70" dur="77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7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72" dur="77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7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4000"/>
                            </p:stCondLst>
                            <p:childTnLst>
                              <p:par>
                                <p:cTn id="75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70" decel="100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8" dur="770" decel="100000"/>
                                        <p:tgtEl>
                                          <p:spTgt spid="10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7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80" dur="77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8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82" dur="77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8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6000"/>
                            </p:stCondLst>
                            <p:childTnLst>
                              <p:par>
                                <p:cTn id="85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70" decel="1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8" dur="770" decel="100000"/>
                                        <p:tgtEl>
                                          <p:spTgt spid="7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8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90" dur="77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9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92" dur="77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9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8000"/>
                            </p:stCondLst>
                            <p:childTnLst>
                              <p:par>
                                <p:cTn id="95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770" decel="100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8" dur="770" decel="100000"/>
                                        <p:tgtEl>
                                          <p:spTgt spid="9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0" dur="77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0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02" dur="77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0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QQ图片201710021720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4" name="矩形 3"/>
          <p:cNvSpPr/>
          <p:nvPr/>
        </p:nvSpPr>
        <p:spPr>
          <a:xfrm>
            <a:off x="3214678" y="3143248"/>
            <a:ext cx="30700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200" dirty="0" smtClean="0">
                <a:ln w="29210">
                  <a:solidFill>
                    <a:schemeClr val="accent3">
                      <a:tint val="10000"/>
                    </a:schemeClr>
                  </a:solidFill>
                </a:ln>
                <a:solidFill>
                  <a:schemeClr val="accent3">
                    <a:satMod val="200000"/>
                    <a:alpha val="50000"/>
                  </a:schemeClr>
                </a:solidFill>
                <a:effectLst>
                  <a:innerShdw blurRad="50800" dist="50800" dir="8100000">
                    <a:srgbClr val="7D7D7D">
                      <a:alpha val="73000"/>
                    </a:srgbClr>
                  </a:innerShdw>
                </a:effectLst>
              </a:rPr>
              <a:t>谢谢观看</a:t>
            </a:r>
            <a:endParaRPr lang="zh-CN" altLang="en-US" sz="5400" b="1" cap="none" spc="200" dirty="0">
              <a:ln w="29210">
                <a:solidFill>
                  <a:schemeClr val="accent3">
                    <a:tint val="10000"/>
                  </a:schemeClr>
                </a:solidFill>
              </a:ln>
              <a:solidFill>
                <a:schemeClr val="accent3">
                  <a:satMod val="200000"/>
                  <a:alpha val="50000"/>
                </a:schemeClr>
              </a:solidFill>
              <a:effectLst>
                <a:innerShdw blurRad="50800" dist="50800" dir="8100000">
                  <a:srgbClr val="7D7D7D">
                    <a:alpha val="73000"/>
                  </a:srgbClr>
                </a:innerShdw>
              </a:effectLst>
            </a:endParaRPr>
          </a:p>
        </p:txBody>
      </p:sp>
      <p:pic>
        <p:nvPicPr>
          <p:cNvPr id="5" name="图片 4" descr="QQ图片20171003133108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488" y="1285860"/>
            <a:ext cx="3672516" cy="3571900"/>
          </a:xfrm>
          <a:prstGeom prst="rect">
            <a:avLst/>
          </a:prstGeom>
        </p:spPr>
      </p:pic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华丽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599</TotalTime>
  <Words>268</Words>
  <Application>Microsoft Office PowerPoint</Application>
  <PresentationFormat>全屏显示(4:3)</PresentationFormat>
  <Paragraphs>74</Paragraphs>
  <Slides>14</Slides>
  <Notes>0</Notes>
  <HiddenSlides>0</HiddenSlides>
  <MMClips>1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5" baseType="lpstr">
      <vt:lpstr>Office 主题</vt:lpstr>
      <vt:lpstr>幻灯片 1</vt:lpstr>
      <vt:lpstr>无  题</vt:lpstr>
      <vt:lpstr>首先，是自我介绍(@.@)</vt:lpstr>
      <vt:lpstr>最近看到一条好玩的说说</vt:lpstr>
      <vt:lpstr>我喜欢看别人夹娃娃</vt:lpstr>
      <vt:lpstr>特别喜欢看科幻片</vt:lpstr>
      <vt:lpstr>前几天还在军训。。。</vt:lpstr>
      <vt:lpstr>我的军训就是。。。</vt:lpstr>
      <vt:lpstr>现在要好好学习了</vt:lpstr>
      <vt:lpstr>幻灯片 10</vt:lpstr>
      <vt:lpstr>苏州是个好看的地方</vt:lpstr>
      <vt:lpstr>苏州是个好玩的地方</vt:lpstr>
      <vt:lpstr>苏州是个好吃的地方</vt:lpstr>
      <vt:lpstr>幻灯片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APPLE</dc:creator>
  <cp:lastModifiedBy>APPLE</cp:lastModifiedBy>
  <cp:revision>78</cp:revision>
  <dcterms:created xsi:type="dcterms:W3CDTF">2017-09-30T12:40:14Z</dcterms:created>
  <dcterms:modified xsi:type="dcterms:W3CDTF">2017-10-06T06:53:34Z</dcterms:modified>
</cp:coreProperties>
</file>