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57" r:id="rId3"/>
    <p:sldId id="256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pos="7401" userDrawn="1">
          <p15:clr>
            <a:srgbClr val="A4A3A4"/>
          </p15:clr>
        </p15:guide>
        <p15:guide id="4" pos="1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文喜" initials="王文喜" lastIdx="1" clrIdx="0">
    <p:extLst>
      <p:ext uri="{19B8F6BF-5375-455C-9EA6-DF929625EA0E}">
        <p15:presenceInfo xmlns:p15="http://schemas.microsoft.com/office/powerpoint/2012/main" userId="6af6f1c1062b35f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B9E2"/>
    <a:srgbClr val="7395D3"/>
    <a:srgbClr val="4E0CF4"/>
    <a:srgbClr val="3B3838"/>
    <a:srgbClr val="A6A6A6"/>
    <a:srgbClr val="FBE2D1"/>
    <a:srgbClr val="FADBC6"/>
    <a:srgbClr val="ED7D31"/>
    <a:srgbClr val="84A2D8"/>
    <a:srgbClr val="C9E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739"/>
      </p:cViewPr>
      <p:guideLst>
        <p:guide orient="horz" pos="3884"/>
        <p:guide pos="7401"/>
        <p:guide pos="1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CFF388-37D4-4A56-97B3-B61A3E68BD88}" type="doc">
      <dgm:prSet loTypeId="urn:microsoft.com/office/officeart/2009/3/layout/PlusandMinu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9CF37F7-F852-4A73-A84F-75EADB6DCD70}">
      <dgm:prSet phldrT="[文本]" custT="1"/>
      <dgm:spPr/>
      <dgm:t>
        <a:bodyPr/>
        <a:lstStyle/>
        <a:p>
          <a:r>
            <a:rPr lang="zh-CN" altLang="en-US" sz="4000" dirty="0">
              <a:solidFill>
                <a:srgbClr val="525252"/>
              </a:solidFill>
              <a:latin typeface="黑体" panose="02010609060101010101" pitchFamily="49" charset="-122"/>
              <a:ea typeface="黑体" panose="02010609060101010101" pitchFamily="49" charset="-122"/>
            </a:rPr>
            <a:t>优点</a:t>
          </a:r>
          <a:r>
            <a:rPr lang="zh-CN" altLang="en-US" sz="4000" dirty="0">
              <a:solidFill>
                <a:srgbClr val="525252"/>
              </a:solidFill>
            </a:rPr>
            <a:t>：</a:t>
          </a:r>
          <a:r>
            <a:rPr lang="zh-CN" sz="3200" b="0" dirty="0">
              <a:solidFill>
                <a:srgbClr val="525252"/>
              </a:solidFill>
              <a:latin typeface="楷体" panose="02010609060101010101" pitchFamily="49" charset="-122"/>
              <a:ea typeface="楷体" panose="02010609060101010101" pitchFamily="49" charset="-122"/>
            </a:rPr>
            <a:t>低功耗。高性能。价格低。尺寸小</a:t>
          </a:r>
          <a:r>
            <a:rPr lang="zh-CN" sz="3200" b="0" dirty="0">
              <a:latin typeface="楷体" panose="02010609060101010101" pitchFamily="49" charset="-122"/>
              <a:ea typeface="楷体" panose="02010609060101010101" pitchFamily="49" charset="-122"/>
            </a:rPr>
            <a:t>。</a:t>
          </a:r>
          <a:endParaRPr lang="zh-CN" altLang="en-US" sz="3200" b="0" dirty="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993B3644-614D-4CAB-A062-9FCFD15028AC}" type="parTrans" cxnId="{D3F483BC-45E5-4B0D-AE9C-B96579624A2F}">
      <dgm:prSet/>
      <dgm:spPr/>
      <dgm:t>
        <a:bodyPr/>
        <a:lstStyle/>
        <a:p>
          <a:endParaRPr lang="zh-CN" altLang="en-US"/>
        </a:p>
      </dgm:t>
    </dgm:pt>
    <dgm:pt modelId="{03646484-5AE0-4E27-A1C4-8DBD2ECB1860}" type="sibTrans" cxnId="{D3F483BC-45E5-4B0D-AE9C-B96579624A2F}">
      <dgm:prSet/>
      <dgm:spPr/>
      <dgm:t>
        <a:bodyPr/>
        <a:lstStyle/>
        <a:p>
          <a:endParaRPr lang="zh-CN" altLang="en-US"/>
        </a:p>
      </dgm:t>
    </dgm:pt>
    <dgm:pt modelId="{7542CCE8-8C67-488F-A794-C7551121DC7B}">
      <dgm:prSet phldrT="[文本]" custT="1"/>
      <dgm:spPr/>
      <dgm:t>
        <a:bodyPr/>
        <a:lstStyle/>
        <a:p>
          <a:r>
            <a:rPr lang="zh-CN" altLang="en-US" sz="4000" dirty="0">
              <a:solidFill>
                <a:srgbClr val="525252"/>
              </a:solidFill>
              <a:latin typeface="黑体" panose="02010609060101010101" pitchFamily="49" charset="-122"/>
              <a:ea typeface="黑体" panose="02010609060101010101" pitchFamily="49" charset="-122"/>
            </a:rPr>
            <a:t>缺点</a:t>
          </a:r>
          <a:r>
            <a:rPr lang="zh-CN" altLang="en-US" sz="4000" dirty="0">
              <a:solidFill>
                <a:srgbClr val="525252"/>
              </a:solidFill>
              <a:latin typeface="+mj-ea"/>
              <a:ea typeface="+mj-ea"/>
            </a:rPr>
            <a:t>：</a:t>
          </a:r>
          <a:r>
            <a:rPr lang="zh-CN" sz="3200" b="0" dirty="0">
              <a:solidFill>
                <a:srgbClr val="525252"/>
              </a:solidFill>
              <a:latin typeface="楷体" panose="02010609060101010101" pitchFamily="49" charset="-122"/>
              <a:ea typeface="楷体" panose="02010609060101010101" pitchFamily="49" charset="-122"/>
            </a:rPr>
            <a:t>核显低端难胜任大型游戏</a:t>
          </a:r>
          <a:r>
            <a:rPr lang="zh-CN" sz="3200" b="0" dirty="0">
              <a:latin typeface="楷体" panose="02010609060101010101" pitchFamily="49" charset="-122"/>
              <a:ea typeface="楷体" panose="02010609060101010101" pitchFamily="49" charset="-122"/>
            </a:rPr>
            <a:t>。</a:t>
          </a:r>
          <a:endParaRPr lang="zh-CN" altLang="en-US" sz="3200" b="0" dirty="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2BAFFE94-CCD7-49E6-BAEC-252A50B5FCE7}" type="parTrans" cxnId="{63B870F4-78F3-45A2-B649-0301961F6887}">
      <dgm:prSet/>
      <dgm:spPr/>
      <dgm:t>
        <a:bodyPr/>
        <a:lstStyle/>
        <a:p>
          <a:endParaRPr lang="zh-CN" altLang="en-US"/>
        </a:p>
      </dgm:t>
    </dgm:pt>
    <dgm:pt modelId="{DFBA41CB-9B6C-47C1-8B56-9997478E68FC}" type="sibTrans" cxnId="{63B870F4-78F3-45A2-B649-0301961F6887}">
      <dgm:prSet/>
      <dgm:spPr/>
      <dgm:t>
        <a:bodyPr/>
        <a:lstStyle/>
        <a:p>
          <a:endParaRPr lang="zh-CN" altLang="en-US"/>
        </a:p>
      </dgm:t>
    </dgm:pt>
    <dgm:pt modelId="{6DBA30B1-0812-4C0E-BD3D-92865F7BD7FE}" type="pres">
      <dgm:prSet presAssocID="{A5CFF388-37D4-4A56-97B3-B61A3E68BD88}" presName="Name0" presStyleCnt="0">
        <dgm:presLayoutVars>
          <dgm:chMax val="2"/>
          <dgm:chPref val="2"/>
          <dgm:dir/>
          <dgm:animOne/>
          <dgm:resizeHandles val="exact"/>
        </dgm:presLayoutVars>
      </dgm:prSet>
      <dgm:spPr/>
    </dgm:pt>
    <dgm:pt modelId="{9EFCDCF0-38CD-4377-80E2-0567DFC0A89E}" type="pres">
      <dgm:prSet presAssocID="{A5CFF388-37D4-4A56-97B3-B61A3E68BD88}" presName="Background" presStyleLbl="bgImgPlace1" presStyleIdx="0" presStyleCnt="1" custScaleY="77594" custLinFactNeighborX="155" custLinFactNeighborY="-12587"/>
      <dgm:spPr>
        <a:solidFill>
          <a:srgbClr val="FFC000"/>
        </a:solidFill>
      </dgm:spPr>
    </dgm:pt>
    <dgm:pt modelId="{4F4AB1B8-6137-4C93-8A9D-D66AE12AAD71}" type="pres">
      <dgm:prSet presAssocID="{A5CFF388-37D4-4A56-97B3-B61A3E68BD88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EFD1FABF-C9F8-46C0-8048-4FFBCF3A8C1F}" type="pres">
      <dgm:prSet presAssocID="{A5CFF388-37D4-4A56-97B3-B61A3E68BD88}" presName="ParentText2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760243A1-8CF7-4E55-8ABB-9C38D6F4B532}" type="pres">
      <dgm:prSet presAssocID="{A5CFF388-37D4-4A56-97B3-B61A3E68BD88}" presName="Plus" presStyleLbl="alignNode1" presStyleIdx="0" presStyleCnt="2"/>
      <dgm:spPr>
        <a:solidFill>
          <a:srgbClr val="ED7D31"/>
        </a:solidFill>
      </dgm:spPr>
    </dgm:pt>
    <dgm:pt modelId="{59C739A1-EE42-4226-B141-EBE369ADD4CB}" type="pres">
      <dgm:prSet presAssocID="{A5CFF388-37D4-4A56-97B3-B61A3E68BD88}" presName="Minus" presStyleLbl="alignNode1" presStyleIdx="1" presStyleCnt="2"/>
      <dgm:spPr>
        <a:solidFill>
          <a:srgbClr val="92D050"/>
        </a:solidFill>
      </dgm:spPr>
    </dgm:pt>
    <dgm:pt modelId="{E4A59C63-D643-4662-9850-BAD2B37CE9F4}" type="pres">
      <dgm:prSet presAssocID="{A5CFF388-37D4-4A56-97B3-B61A3E68BD88}" presName="Divider" presStyleLbl="parChTrans1D1" presStyleIdx="0" presStyleCnt="1" custScaleX="2000000" custScaleY="95326" custLinFactX="-3000000" custLinFactNeighborX="-3010235" custLinFactNeighborY="-19305"/>
      <dgm:spPr/>
    </dgm:pt>
  </dgm:ptLst>
  <dgm:cxnLst>
    <dgm:cxn modelId="{386B3C10-02E4-4A4F-B0CB-209320C5C5E2}" type="presOf" srcId="{79CF37F7-F852-4A73-A84F-75EADB6DCD70}" destId="{4F4AB1B8-6137-4C93-8A9D-D66AE12AAD71}" srcOrd="0" destOrd="0" presId="urn:microsoft.com/office/officeart/2009/3/layout/PlusandMinus"/>
    <dgm:cxn modelId="{4DC8951E-543D-42EE-9939-9575B1AB9CBA}" type="presOf" srcId="{A5CFF388-37D4-4A56-97B3-B61A3E68BD88}" destId="{6DBA30B1-0812-4C0E-BD3D-92865F7BD7FE}" srcOrd="0" destOrd="0" presId="urn:microsoft.com/office/officeart/2009/3/layout/PlusandMinus"/>
    <dgm:cxn modelId="{82C2B55A-03F6-4A24-8FEB-AF9C5092DEB5}" type="presOf" srcId="{7542CCE8-8C67-488F-A794-C7551121DC7B}" destId="{EFD1FABF-C9F8-46C0-8048-4FFBCF3A8C1F}" srcOrd="0" destOrd="0" presId="urn:microsoft.com/office/officeart/2009/3/layout/PlusandMinus"/>
    <dgm:cxn modelId="{D3F483BC-45E5-4B0D-AE9C-B96579624A2F}" srcId="{A5CFF388-37D4-4A56-97B3-B61A3E68BD88}" destId="{79CF37F7-F852-4A73-A84F-75EADB6DCD70}" srcOrd="0" destOrd="0" parTransId="{993B3644-614D-4CAB-A062-9FCFD15028AC}" sibTransId="{03646484-5AE0-4E27-A1C4-8DBD2ECB1860}"/>
    <dgm:cxn modelId="{63B870F4-78F3-45A2-B649-0301961F6887}" srcId="{A5CFF388-37D4-4A56-97B3-B61A3E68BD88}" destId="{7542CCE8-8C67-488F-A794-C7551121DC7B}" srcOrd="1" destOrd="0" parTransId="{2BAFFE94-CCD7-49E6-BAEC-252A50B5FCE7}" sibTransId="{DFBA41CB-9B6C-47C1-8B56-9997478E68FC}"/>
    <dgm:cxn modelId="{F25EE895-C3F9-474C-8EBD-465CF8544683}" type="presParOf" srcId="{6DBA30B1-0812-4C0E-BD3D-92865F7BD7FE}" destId="{9EFCDCF0-38CD-4377-80E2-0567DFC0A89E}" srcOrd="0" destOrd="0" presId="urn:microsoft.com/office/officeart/2009/3/layout/PlusandMinus"/>
    <dgm:cxn modelId="{F75923F6-D79B-45A4-997C-170EF1009177}" type="presParOf" srcId="{6DBA30B1-0812-4C0E-BD3D-92865F7BD7FE}" destId="{4F4AB1B8-6137-4C93-8A9D-D66AE12AAD71}" srcOrd="1" destOrd="0" presId="urn:microsoft.com/office/officeart/2009/3/layout/PlusandMinus"/>
    <dgm:cxn modelId="{601D3B9B-71C5-48FC-8D7A-A210E71A4491}" type="presParOf" srcId="{6DBA30B1-0812-4C0E-BD3D-92865F7BD7FE}" destId="{EFD1FABF-C9F8-46C0-8048-4FFBCF3A8C1F}" srcOrd="2" destOrd="0" presId="urn:microsoft.com/office/officeart/2009/3/layout/PlusandMinus"/>
    <dgm:cxn modelId="{F33E607B-9A74-4A5F-87A9-8DAAB68FC2FE}" type="presParOf" srcId="{6DBA30B1-0812-4C0E-BD3D-92865F7BD7FE}" destId="{760243A1-8CF7-4E55-8ABB-9C38D6F4B532}" srcOrd="3" destOrd="0" presId="urn:microsoft.com/office/officeart/2009/3/layout/PlusandMinus"/>
    <dgm:cxn modelId="{864A06CD-1B1F-4222-BA04-F08EDADF330D}" type="presParOf" srcId="{6DBA30B1-0812-4C0E-BD3D-92865F7BD7FE}" destId="{59C739A1-EE42-4226-B141-EBE369ADD4CB}" srcOrd="4" destOrd="0" presId="urn:microsoft.com/office/officeart/2009/3/layout/PlusandMinus"/>
    <dgm:cxn modelId="{5DA1D45B-0DC7-4AE8-BD82-AE46F12E5070}" type="presParOf" srcId="{6DBA30B1-0812-4C0E-BD3D-92865F7BD7FE}" destId="{E4A59C63-D643-4662-9850-BAD2B37CE9F4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E289BC-9BEC-4B8E-A0D9-628E780A576B}" type="doc">
      <dgm:prSet loTypeId="urn:microsoft.com/office/officeart/2005/8/layout/balance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B8C1146B-2BBA-417B-9492-60D74CF73A93}">
      <dgm:prSet phldrT="[文本]"/>
      <dgm:spPr/>
      <dgm:t>
        <a:bodyPr/>
        <a:lstStyle/>
        <a:p>
          <a:r>
            <a:rPr lang="zh-CN" altLang="en-US" dirty="0">
              <a:solidFill>
                <a:srgbClr val="525252"/>
              </a:solidFill>
            </a:rPr>
            <a:t>功耗低</a:t>
          </a:r>
        </a:p>
      </dgm:t>
    </dgm:pt>
    <dgm:pt modelId="{D365F495-CDFF-48B5-AEB0-309CB119629A}" type="parTrans" cxnId="{1ACB2AF4-A506-4B9D-BCA6-5BCA71C19C84}">
      <dgm:prSet/>
      <dgm:spPr/>
      <dgm:t>
        <a:bodyPr/>
        <a:lstStyle/>
        <a:p>
          <a:endParaRPr lang="zh-CN" altLang="en-US"/>
        </a:p>
      </dgm:t>
    </dgm:pt>
    <dgm:pt modelId="{6569A2E8-FB40-46CC-9D38-5FEB66B81C4D}" type="sibTrans" cxnId="{1ACB2AF4-A506-4B9D-BCA6-5BCA71C19C84}">
      <dgm:prSet/>
      <dgm:spPr/>
      <dgm:t>
        <a:bodyPr/>
        <a:lstStyle/>
        <a:p>
          <a:endParaRPr lang="zh-CN" altLang="en-US"/>
        </a:p>
      </dgm:t>
    </dgm:pt>
    <dgm:pt modelId="{1ED7D246-A49F-4C2B-B595-1B810651B4E6}">
      <dgm:prSet phldrT="[文本]"/>
      <dgm:spPr/>
      <dgm:t>
        <a:bodyPr/>
        <a:lstStyle/>
        <a:p>
          <a:r>
            <a:rPr lang="zh-CN" altLang="en-US"/>
            <a:t>发热量小</a:t>
          </a:r>
          <a:endParaRPr lang="zh-CN" altLang="en-US" dirty="0"/>
        </a:p>
      </dgm:t>
    </dgm:pt>
    <dgm:pt modelId="{582505F0-0ED5-4ADF-8835-1144F0CE5626}" type="parTrans" cxnId="{9603D91F-8698-4AC5-A161-44C98675CBDE}">
      <dgm:prSet/>
      <dgm:spPr/>
      <dgm:t>
        <a:bodyPr/>
        <a:lstStyle/>
        <a:p>
          <a:endParaRPr lang="zh-CN" altLang="en-US"/>
        </a:p>
      </dgm:t>
    </dgm:pt>
    <dgm:pt modelId="{A1C9CFF7-0D54-41FC-8920-594BE9BCD2A4}" type="sibTrans" cxnId="{9603D91F-8698-4AC5-A161-44C98675CBDE}">
      <dgm:prSet/>
      <dgm:spPr/>
      <dgm:t>
        <a:bodyPr/>
        <a:lstStyle/>
        <a:p>
          <a:endParaRPr lang="zh-CN" altLang="en-US"/>
        </a:p>
      </dgm:t>
    </dgm:pt>
    <dgm:pt modelId="{5F8508CD-09B9-438E-80A4-8A46517226C2}">
      <dgm:prSet phldrT="[文本]"/>
      <dgm:spPr/>
      <dgm:t>
        <a:bodyPr/>
        <a:lstStyle/>
        <a:p>
          <a:r>
            <a:rPr lang="zh-CN" altLang="en-US" dirty="0">
              <a:solidFill>
                <a:srgbClr val="525252"/>
              </a:solidFill>
            </a:rPr>
            <a:t>性能低</a:t>
          </a:r>
        </a:p>
      </dgm:t>
    </dgm:pt>
    <dgm:pt modelId="{E23C7548-126D-41B3-A14E-39700D48DEA0}" type="parTrans" cxnId="{3445BB9D-2D56-4DA3-AAD4-A65ECFAFFBFE}">
      <dgm:prSet/>
      <dgm:spPr/>
      <dgm:t>
        <a:bodyPr/>
        <a:lstStyle/>
        <a:p>
          <a:endParaRPr lang="zh-CN" altLang="en-US"/>
        </a:p>
      </dgm:t>
    </dgm:pt>
    <dgm:pt modelId="{D26587FC-7E27-44C6-B589-93313FD1D868}" type="sibTrans" cxnId="{3445BB9D-2D56-4DA3-AAD4-A65ECFAFFBFE}">
      <dgm:prSet/>
      <dgm:spPr/>
      <dgm:t>
        <a:bodyPr/>
        <a:lstStyle/>
        <a:p>
          <a:endParaRPr lang="zh-CN" altLang="en-US"/>
        </a:p>
      </dgm:t>
    </dgm:pt>
    <dgm:pt modelId="{8D9A4B01-9CB7-4BC6-89A7-7455D4190D1E}">
      <dgm:prSet phldrT="[文本]"/>
      <dgm:spPr/>
      <dgm:t>
        <a:bodyPr/>
        <a:lstStyle/>
        <a:p>
          <a:r>
            <a:rPr lang="zh-CN" altLang="en-US" dirty="0"/>
            <a:t>固化</a:t>
          </a:r>
        </a:p>
      </dgm:t>
    </dgm:pt>
    <dgm:pt modelId="{7A672588-70D7-453B-A0CC-CF13E90DDB8D}" type="parTrans" cxnId="{8DCDE0D1-3856-4372-87AF-72B33EF26798}">
      <dgm:prSet/>
      <dgm:spPr/>
      <dgm:t>
        <a:bodyPr/>
        <a:lstStyle/>
        <a:p>
          <a:endParaRPr lang="zh-CN" altLang="en-US"/>
        </a:p>
      </dgm:t>
    </dgm:pt>
    <dgm:pt modelId="{2C1D98BE-DD15-4E9C-86D6-E9FB438FED28}" type="sibTrans" cxnId="{8DCDE0D1-3856-4372-87AF-72B33EF26798}">
      <dgm:prSet/>
      <dgm:spPr/>
      <dgm:t>
        <a:bodyPr/>
        <a:lstStyle/>
        <a:p>
          <a:endParaRPr lang="zh-CN" altLang="en-US"/>
        </a:p>
      </dgm:t>
    </dgm:pt>
    <dgm:pt modelId="{714502DB-6114-4091-A1A7-4854569F987B}">
      <dgm:prSet phldrT="[文本]"/>
      <dgm:spPr/>
      <dgm:t>
        <a:bodyPr/>
        <a:lstStyle/>
        <a:p>
          <a:r>
            <a:rPr lang="zh-CN" altLang="en-US" dirty="0"/>
            <a:t>无法更换</a:t>
          </a:r>
        </a:p>
      </dgm:t>
    </dgm:pt>
    <dgm:pt modelId="{CC60CCEF-2D97-4A33-AEC1-4A9281DD7A22}" type="parTrans" cxnId="{F0F8F4FB-2B0B-4F3C-888F-73BD6307DA10}">
      <dgm:prSet/>
      <dgm:spPr/>
      <dgm:t>
        <a:bodyPr/>
        <a:lstStyle/>
        <a:p>
          <a:endParaRPr lang="zh-CN" altLang="en-US"/>
        </a:p>
      </dgm:t>
    </dgm:pt>
    <dgm:pt modelId="{1607E502-44B2-416B-BD32-C5D4DFAFEF53}" type="sibTrans" cxnId="{F0F8F4FB-2B0B-4F3C-888F-73BD6307DA10}">
      <dgm:prSet/>
      <dgm:spPr/>
      <dgm:t>
        <a:bodyPr/>
        <a:lstStyle/>
        <a:p>
          <a:endParaRPr lang="zh-CN" altLang="en-US"/>
        </a:p>
      </dgm:t>
    </dgm:pt>
    <dgm:pt modelId="{BB18F531-30EC-4B40-938B-FF19BD5D1FFA}">
      <dgm:prSet phldrT="[文本]"/>
      <dgm:spPr/>
      <dgm:t>
        <a:bodyPr/>
        <a:lstStyle/>
        <a:p>
          <a:r>
            <a:rPr lang="zh-CN" altLang="en-US" dirty="0"/>
            <a:t>占内存空间</a:t>
          </a:r>
        </a:p>
      </dgm:t>
    </dgm:pt>
    <dgm:pt modelId="{FCE964F5-90D8-4678-A075-17F3988BFDDA}" type="parTrans" cxnId="{ABC05811-9690-4955-B345-A954A0466E7D}">
      <dgm:prSet/>
      <dgm:spPr/>
      <dgm:t>
        <a:bodyPr/>
        <a:lstStyle/>
        <a:p>
          <a:endParaRPr lang="zh-CN" altLang="en-US"/>
        </a:p>
      </dgm:t>
    </dgm:pt>
    <dgm:pt modelId="{68845379-6209-4240-9541-A8726DFE41E6}" type="sibTrans" cxnId="{ABC05811-9690-4955-B345-A954A0466E7D}">
      <dgm:prSet/>
      <dgm:spPr/>
      <dgm:t>
        <a:bodyPr/>
        <a:lstStyle/>
        <a:p>
          <a:endParaRPr lang="zh-CN" altLang="en-US"/>
        </a:p>
      </dgm:t>
    </dgm:pt>
    <dgm:pt modelId="{2E5E47AC-2690-4D05-94A2-1EB616F915B7}">
      <dgm:prSet phldrT="[文本]"/>
      <dgm:spPr/>
      <dgm:t>
        <a:bodyPr/>
        <a:lstStyle/>
        <a:p>
          <a:r>
            <a:rPr lang="zh-CN" altLang="en-US" dirty="0"/>
            <a:t>较为经济</a:t>
          </a:r>
        </a:p>
      </dgm:t>
    </dgm:pt>
    <dgm:pt modelId="{443C3E95-29E4-460E-9B5C-DC4526956AD9}" type="sibTrans" cxnId="{6D922C9E-A96E-40F4-9AA6-10D6E847B7CD}">
      <dgm:prSet/>
      <dgm:spPr/>
      <dgm:t>
        <a:bodyPr/>
        <a:lstStyle/>
        <a:p>
          <a:endParaRPr lang="zh-CN" altLang="en-US"/>
        </a:p>
      </dgm:t>
    </dgm:pt>
    <dgm:pt modelId="{465C33EA-C6B6-410F-873B-89B832152A8C}" type="parTrans" cxnId="{6D922C9E-A96E-40F4-9AA6-10D6E847B7CD}">
      <dgm:prSet/>
      <dgm:spPr/>
      <dgm:t>
        <a:bodyPr/>
        <a:lstStyle/>
        <a:p>
          <a:endParaRPr lang="zh-CN" altLang="en-US"/>
        </a:p>
      </dgm:t>
    </dgm:pt>
    <dgm:pt modelId="{5E081F3A-1B7E-422E-B22A-BE45111CF7B8}" type="pres">
      <dgm:prSet presAssocID="{D2E289BC-9BEC-4B8E-A0D9-628E780A576B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14FEBE3B-593E-4FB0-A684-C06E62AAFAAE}" type="pres">
      <dgm:prSet presAssocID="{D2E289BC-9BEC-4B8E-A0D9-628E780A576B}" presName="dummyMaxCanvas" presStyleCnt="0"/>
      <dgm:spPr/>
    </dgm:pt>
    <dgm:pt modelId="{F9E89D04-72CE-4C68-9902-B5A27F9902F6}" type="pres">
      <dgm:prSet presAssocID="{D2E289BC-9BEC-4B8E-A0D9-628E780A576B}" presName="parentComposite" presStyleCnt="0"/>
      <dgm:spPr/>
    </dgm:pt>
    <dgm:pt modelId="{D40D0C23-97D1-447F-B04C-4CB7DD12FCC2}" type="pres">
      <dgm:prSet presAssocID="{D2E289BC-9BEC-4B8E-A0D9-628E780A576B}" presName="parent1" presStyleLbl="alignAccFollowNode1" presStyleIdx="0" presStyleCnt="4">
        <dgm:presLayoutVars>
          <dgm:chMax val="4"/>
        </dgm:presLayoutVars>
      </dgm:prSet>
      <dgm:spPr/>
    </dgm:pt>
    <dgm:pt modelId="{ACC01442-FA33-4355-A656-8A45FC2E5A74}" type="pres">
      <dgm:prSet presAssocID="{D2E289BC-9BEC-4B8E-A0D9-628E780A576B}" presName="parent2" presStyleLbl="alignAccFollowNode1" presStyleIdx="1" presStyleCnt="4">
        <dgm:presLayoutVars>
          <dgm:chMax val="4"/>
        </dgm:presLayoutVars>
      </dgm:prSet>
      <dgm:spPr/>
    </dgm:pt>
    <dgm:pt modelId="{56B642DF-BB64-441E-9141-01BCEE8C8359}" type="pres">
      <dgm:prSet presAssocID="{D2E289BC-9BEC-4B8E-A0D9-628E780A576B}" presName="childrenComposite" presStyleCnt="0"/>
      <dgm:spPr/>
    </dgm:pt>
    <dgm:pt modelId="{0ECA499A-0A15-4B3A-9384-29100AEE7C35}" type="pres">
      <dgm:prSet presAssocID="{D2E289BC-9BEC-4B8E-A0D9-628E780A576B}" presName="dummyMaxCanvas_ChildArea" presStyleCnt="0"/>
      <dgm:spPr/>
    </dgm:pt>
    <dgm:pt modelId="{3B81A842-B21E-471E-BC95-737BB6041EFB}" type="pres">
      <dgm:prSet presAssocID="{D2E289BC-9BEC-4B8E-A0D9-628E780A576B}" presName="fulcrum" presStyleLbl="alignAccFollowNode1" presStyleIdx="2" presStyleCnt="4"/>
      <dgm:spPr/>
    </dgm:pt>
    <dgm:pt modelId="{AF4C246D-09CE-4DF3-A2ED-C3A4E68FD267}" type="pres">
      <dgm:prSet presAssocID="{D2E289BC-9BEC-4B8E-A0D9-628E780A576B}" presName="balance_23" presStyleLbl="alignAccFollowNode1" presStyleIdx="3" presStyleCnt="4">
        <dgm:presLayoutVars>
          <dgm:bulletEnabled val="1"/>
        </dgm:presLayoutVars>
      </dgm:prSet>
      <dgm:spPr/>
    </dgm:pt>
    <dgm:pt modelId="{68CC8201-7CCD-4C5B-8B76-04B0407286A1}" type="pres">
      <dgm:prSet presAssocID="{D2E289BC-9BEC-4B8E-A0D9-628E780A576B}" presName="right_23_1" presStyleLbl="node1" presStyleIdx="0" presStyleCnt="5">
        <dgm:presLayoutVars>
          <dgm:bulletEnabled val="1"/>
        </dgm:presLayoutVars>
      </dgm:prSet>
      <dgm:spPr/>
    </dgm:pt>
    <dgm:pt modelId="{047D111A-F8D6-4E28-B089-B65B9AB36CAD}" type="pres">
      <dgm:prSet presAssocID="{D2E289BC-9BEC-4B8E-A0D9-628E780A576B}" presName="right_23_2" presStyleLbl="node1" presStyleIdx="1" presStyleCnt="5">
        <dgm:presLayoutVars>
          <dgm:bulletEnabled val="1"/>
        </dgm:presLayoutVars>
      </dgm:prSet>
      <dgm:spPr/>
    </dgm:pt>
    <dgm:pt modelId="{A5C9EBF2-D071-4EA3-9493-6EA4E5976D1E}" type="pres">
      <dgm:prSet presAssocID="{D2E289BC-9BEC-4B8E-A0D9-628E780A576B}" presName="right_23_3" presStyleLbl="node1" presStyleIdx="2" presStyleCnt="5">
        <dgm:presLayoutVars>
          <dgm:bulletEnabled val="1"/>
        </dgm:presLayoutVars>
      </dgm:prSet>
      <dgm:spPr/>
    </dgm:pt>
    <dgm:pt modelId="{A0AF6BA1-CCBF-42CC-8F83-6893356D54AE}" type="pres">
      <dgm:prSet presAssocID="{D2E289BC-9BEC-4B8E-A0D9-628E780A576B}" presName="left_23_1" presStyleLbl="node1" presStyleIdx="3" presStyleCnt="5">
        <dgm:presLayoutVars>
          <dgm:bulletEnabled val="1"/>
        </dgm:presLayoutVars>
      </dgm:prSet>
      <dgm:spPr/>
    </dgm:pt>
    <dgm:pt modelId="{297A3321-6668-4D16-9CD5-0E869553FB8C}" type="pres">
      <dgm:prSet presAssocID="{D2E289BC-9BEC-4B8E-A0D9-628E780A576B}" presName="left_23_2" presStyleLbl="node1" presStyleIdx="4" presStyleCnt="5">
        <dgm:presLayoutVars>
          <dgm:bulletEnabled val="1"/>
        </dgm:presLayoutVars>
      </dgm:prSet>
      <dgm:spPr/>
    </dgm:pt>
  </dgm:ptLst>
  <dgm:cxnLst>
    <dgm:cxn modelId="{2540F505-DDD1-43F7-93AC-6EDCBA42F3D8}" type="presOf" srcId="{1ED7D246-A49F-4C2B-B595-1B810651B4E6}" destId="{A0AF6BA1-CCBF-42CC-8F83-6893356D54AE}" srcOrd="0" destOrd="0" presId="urn:microsoft.com/office/officeart/2005/8/layout/balance1"/>
    <dgm:cxn modelId="{ABC05811-9690-4955-B345-A954A0466E7D}" srcId="{5F8508CD-09B9-438E-80A4-8A46517226C2}" destId="{BB18F531-30EC-4B40-938B-FF19BD5D1FFA}" srcOrd="2" destOrd="0" parTransId="{FCE964F5-90D8-4678-A075-17F3988BFDDA}" sibTransId="{68845379-6209-4240-9541-A8726DFE41E6}"/>
    <dgm:cxn modelId="{9603D91F-8698-4AC5-A161-44C98675CBDE}" srcId="{B8C1146B-2BBA-417B-9492-60D74CF73A93}" destId="{1ED7D246-A49F-4C2B-B595-1B810651B4E6}" srcOrd="0" destOrd="0" parTransId="{582505F0-0ED5-4ADF-8835-1144F0CE5626}" sibTransId="{A1C9CFF7-0D54-41FC-8920-594BE9BCD2A4}"/>
    <dgm:cxn modelId="{40A3E428-A89D-43F6-8F87-5B7A4288C373}" type="presOf" srcId="{D2E289BC-9BEC-4B8E-A0D9-628E780A576B}" destId="{5E081F3A-1B7E-422E-B22A-BE45111CF7B8}" srcOrd="0" destOrd="0" presId="urn:microsoft.com/office/officeart/2005/8/layout/balance1"/>
    <dgm:cxn modelId="{078D0633-5897-42AB-B69D-C1D45A3D6F7E}" type="presOf" srcId="{B8C1146B-2BBA-417B-9492-60D74CF73A93}" destId="{D40D0C23-97D1-447F-B04C-4CB7DD12FCC2}" srcOrd="0" destOrd="0" presId="urn:microsoft.com/office/officeart/2005/8/layout/balance1"/>
    <dgm:cxn modelId="{860F7868-CA40-40E9-9444-975DCBC64DDD}" type="presOf" srcId="{2E5E47AC-2690-4D05-94A2-1EB616F915B7}" destId="{297A3321-6668-4D16-9CD5-0E869553FB8C}" srcOrd="0" destOrd="0" presId="urn:microsoft.com/office/officeart/2005/8/layout/balance1"/>
    <dgm:cxn modelId="{05A5A995-B774-49E7-9819-339EAF7FC8CE}" type="presOf" srcId="{8D9A4B01-9CB7-4BC6-89A7-7455D4190D1E}" destId="{68CC8201-7CCD-4C5B-8B76-04B0407286A1}" srcOrd="0" destOrd="0" presId="urn:microsoft.com/office/officeart/2005/8/layout/balance1"/>
    <dgm:cxn modelId="{51D0CD95-340A-4E91-B372-21DDF4795F0F}" type="presOf" srcId="{5F8508CD-09B9-438E-80A4-8A46517226C2}" destId="{ACC01442-FA33-4355-A656-8A45FC2E5A74}" srcOrd="0" destOrd="0" presId="urn:microsoft.com/office/officeart/2005/8/layout/balance1"/>
    <dgm:cxn modelId="{3445BB9D-2D56-4DA3-AAD4-A65ECFAFFBFE}" srcId="{D2E289BC-9BEC-4B8E-A0D9-628E780A576B}" destId="{5F8508CD-09B9-438E-80A4-8A46517226C2}" srcOrd="1" destOrd="0" parTransId="{E23C7548-126D-41B3-A14E-39700D48DEA0}" sibTransId="{D26587FC-7E27-44C6-B589-93313FD1D868}"/>
    <dgm:cxn modelId="{6D922C9E-A96E-40F4-9AA6-10D6E847B7CD}" srcId="{B8C1146B-2BBA-417B-9492-60D74CF73A93}" destId="{2E5E47AC-2690-4D05-94A2-1EB616F915B7}" srcOrd="1" destOrd="0" parTransId="{465C33EA-C6B6-410F-873B-89B832152A8C}" sibTransId="{443C3E95-29E4-460E-9B5C-DC4526956AD9}"/>
    <dgm:cxn modelId="{972B39B1-B257-4127-ACAF-5DBD342E2460}" type="presOf" srcId="{714502DB-6114-4091-A1A7-4854569F987B}" destId="{047D111A-F8D6-4E28-B089-B65B9AB36CAD}" srcOrd="0" destOrd="0" presId="urn:microsoft.com/office/officeart/2005/8/layout/balance1"/>
    <dgm:cxn modelId="{291C19B3-CF82-4548-9D9A-C4F88B239943}" type="presOf" srcId="{BB18F531-30EC-4B40-938B-FF19BD5D1FFA}" destId="{A5C9EBF2-D071-4EA3-9493-6EA4E5976D1E}" srcOrd="0" destOrd="0" presId="urn:microsoft.com/office/officeart/2005/8/layout/balance1"/>
    <dgm:cxn modelId="{8DCDE0D1-3856-4372-87AF-72B33EF26798}" srcId="{5F8508CD-09B9-438E-80A4-8A46517226C2}" destId="{8D9A4B01-9CB7-4BC6-89A7-7455D4190D1E}" srcOrd="0" destOrd="0" parTransId="{7A672588-70D7-453B-A0CC-CF13E90DDB8D}" sibTransId="{2C1D98BE-DD15-4E9C-86D6-E9FB438FED28}"/>
    <dgm:cxn modelId="{1ACB2AF4-A506-4B9D-BCA6-5BCA71C19C84}" srcId="{D2E289BC-9BEC-4B8E-A0D9-628E780A576B}" destId="{B8C1146B-2BBA-417B-9492-60D74CF73A93}" srcOrd="0" destOrd="0" parTransId="{D365F495-CDFF-48B5-AEB0-309CB119629A}" sibTransId="{6569A2E8-FB40-46CC-9D38-5FEB66B81C4D}"/>
    <dgm:cxn modelId="{F0F8F4FB-2B0B-4F3C-888F-73BD6307DA10}" srcId="{5F8508CD-09B9-438E-80A4-8A46517226C2}" destId="{714502DB-6114-4091-A1A7-4854569F987B}" srcOrd="1" destOrd="0" parTransId="{CC60CCEF-2D97-4A33-AEC1-4A9281DD7A22}" sibTransId="{1607E502-44B2-416B-BD32-C5D4DFAFEF53}"/>
    <dgm:cxn modelId="{68F6CB3A-A361-4F0D-AC28-3B4632130F5A}" type="presParOf" srcId="{5E081F3A-1B7E-422E-B22A-BE45111CF7B8}" destId="{14FEBE3B-593E-4FB0-A684-C06E62AAFAAE}" srcOrd="0" destOrd="0" presId="urn:microsoft.com/office/officeart/2005/8/layout/balance1"/>
    <dgm:cxn modelId="{99B00D83-FB38-4165-94F7-9A308DAB8532}" type="presParOf" srcId="{5E081F3A-1B7E-422E-B22A-BE45111CF7B8}" destId="{F9E89D04-72CE-4C68-9902-B5A27F9902F6}" srcOrd="1" destOrd="0" presId="urn:microsoft.com/office/officeart/2005/8/layout/balance1"/>
    <dgm:cxn modelId="{30B076BB-4A1A-4E27-942B-2DBC32AD03AB}" type="presParOf" srcId="{F9E89D04-72CE-4C68-9902-B5A27F9902F6}" destId="{D40D0C23-97D1-447F-B04C-4CB7DD12FCC2}" srcOrd="0" destOrd="0" presId="urn:microsoft.com/office/officeart/2005/8/layout/balance1"/>
    <dgm:cxn modelId="{922B632C-3507-4DDB-AFCD-16873E51D3A3}" type="presParOf" srcId="{F9E89D04-72CE-4C68-9902-B5A27F9902F6}" destId="{ACC01442-FA33-4355-A656-8A45FC2E5A74}" srcOrd="1" destOrd="0" presId="urn:microsoft.com/office/officeart/2005/8/layout/balance1"/>
    <dgm:cxn modelId="{B46875DE-F7C9-40CE-BC29-D1268FDC1057}" type="presParOf" srcId="{5E081F3A-1B7E-422E-B22A-BE45111CF7B8}" destId="{56B642DF-BB64-441E-9141-01BCEE8C8359}" srcOrd="2" destOrd="0" presId="urn:microsoft.com/office/officeart/2005/8/layout/balance1"/>
    <dgm:cxn modelId="{F167FDFB-38BD-4DDD-9604-36AC95392A84}" type="presParOf" srcId="{56B642DF-BB64-441E-9141-01BCEE8C8359}" destId="{0ECA499A-0A15-4B3A-9384-29100AEE7C35}" srcOrd="0" destOrd="0" presId="urn:microsoft.com/office/officeart/2005/8/layout/balance1"/>
    <dgm:cxn modelId="{B7A6CB3B-4584-4D97-ADB9-BCA2B8549ACE}" type="presParOf" srcId="{56B642DF-BB64-441E-9141-01BCEE8C8359}" destId="{3B81A842-B21E-471E-BC95-737BB6041EFB}" srcOrd="1" destOrd="0" presId="urn:microsoft.com/office/officeart/2005/8/layout/balance1"/>
    <dgm:cxn modelId="{9AD6F4E9-9323-4904-A5B2-F810A3B0203E}" type="presParOf" srcId="{56B642DF-BB64-441E-9141-01BCEE8C8359}" destId="{AF4C246D-09CE-4DF3-A2ED-C3A4E68FD267}" srcOrd="2" destOrd="0" presId="urn:microsoft.com/office/officeart/2005/8/layout/balance1"/>
    <dgm:cxn modelId="{6B99C937-62D8-4E76-814D-90FD2C5FFCB4}" type="presParOf" srcId="{56B642DF-BB64-441E-9141-01BCEE8C8359}" destId="{68CC8201-7CCD-4C5B-8B76-04B0407286A1}" srcOrd="3" destOrd="0" presId="urn:microsoft.com/office/officeart/2005/8/layout/balance1"/>
    <dgm:cxn modelId="{09D98A65-1AA8-47D0-BF55-529BE8BF7581}" type="presParOf" srcId="{56B642DF-BB64-441E-9141-01BCEE8C8359}" destId="{047D111A-F8D6-4E28-B089-B65B9AB36CAD}" srcOrd="4" destOrd="0" presId="urn:microsoft.com/office/officeart/2005/8/layout/balance1"/>
    <dgm:cxn modelId="{20258816-8CC1-4CCB-9F47-02C685707480}" type="presParOf" srcId="{56B642DF-BB64-441E-9141-01BCEE8C8359}" destId="{A5C9EBF2-D071-4EA3-9493-6EA4E5976D1E}" srcOrd="5" destOrd="0" presId="urn:microsoft.com/office/officeart/2005/8/layout/balance1"/>
    <dgm:cxn modelId="{ECEE1CEB-4F38-4CC8-85F5-AC651408CA31}" type="presParOf" srcId="{56B642DF-BB64-441E-9141-01BCEE8C8359}" destId="{A0AF6BA1-CCBF-42CC-8F83-6893356D54AE}" srcOrd="6" destOrd="0" presId="urn:microsoft.com/office/officeart/2005/8/layout/balance1"/>
    <dgm:cxn modelId="{8466EEA3-87CE-4E39-8674-26946FF053D6}" type="presParOf" srcId="{56B642DF-BB64-441E-9141-01BCEE8C8359}" destId="{297A3321-6668-4D16-9CD5-0E869553FB8C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C64865-642A-450D-9E98-3881858A36DB}" type="doc">
      <dgm:prSet loTypeId="urn:microsoft.com/office/officeart/2005/8/layout/arrow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8993DC9-F188-4321-BE3A-A5058737B2D1}">
      <dgm:prSet phldrT="[文本]"/>
      <dgm:spPr/>
      <dgm:t>
        <a:bodyPr/>
        <a:lstStyle/>
        <a:p>
          <a:r>
            <a:rPr lang="zh-CN" altLang="en-US" dirty="0"/>
            <a:t>优点</a:t>
          </a:r>
        </a:p>
      </dgm:t>
    </dgm:pt>
    <dgm:pt modelId="{DE64985B-80D9-472A-882E-BDBE157E3A95}" type="parTrans" cxnId="{2BA7829A-84F4-4888-BDE1-837E17616E4C}">
      <dgm:prSet/>
      <dgm:spPr/>
      <dgm:t>
        <a:bodyPr/>
        <a:lstStyle/>
        <a:p>
          <a:endParaRPr lang="zh-CN" altLang="en-US"/>
        </a:p>
      </dgm:t>
    </dgm:pt>
    <dgm:pt modelId="{681F6BBA-349F-4089-AA69-5CA4436FBCCB}" type="sibTrans" cxnId="{2BA7829A-84F4-4888-BDE1-837E17616E4C}">
      <dgm:prSet/>
      <dgm:spPr/>
      <dgm:t>
        <a:bodyPr/>
        <a:lstStyle/>
        <a:p>
          <a:endParaRPr lang="zh-CN" altLang="en-US"/>
        </a:p>
      </dgm:t>
    </dgm:pt>
    <dgm:pt modelId="{93F6C3F6-93CF-4AF5-A3A1-1958E1EF7374}">
      <dgm:prSet phldrT="[文本]"/>
      <dgm:spPr/>
      <dgm:t>
        <a:bodyPr/>
        <a:lstStyle/>
        <a:p>
          <a:r>
            <a:rPr lang="zh-CN" altLang="en-US" dirty="0"/>
            <a:t>缺点</a:t>
          </a:r>
        </a:p>
      </dgm:t>
    </dgm:pt>
    <dgm:pt modelId="{DC0538ED-6565-42D4-80BA-AAEBAAAE9DA6}" type="parTrans" cxnId="{DDF9D24F-D6FD-4EE8-AD4B-DE9A70988152}">
      <dgm:prSet/>
      <dgm:spPr/>
      <dgm:t>
        <a:bodyPr/>
        <a:lstStyle/>
        <a:p>
          <a:endParaRPr lang="zh-CN" altLang="en-US"/>
        </a:p>
      </dgm:t>
    </dgm:pt>
    <dgm:pt modelId="{CA0C4BA7-5014-467B-BB1D-307831F07918}" type="sibTrans" cxnId="{DDF9D24F-D6FD-4EE8-AD4B-DE9A70988152}">
      <dgm:prSet/>
      <dgm:spPr/>
      <dgm:t>
        <a:bodyPr/>
        <a:lstStyle/>
        <a:p>
          <a:endParaRPr lang="zh-CN" altLang="en-US"/>
        </a:p>
      </dgm:t>
    </dgm:pt>
    <dgm:pt modelId="{226268FB-599C-4C8F-8753-95EBD99FF028}" type="pres">
      <dgm:prSet presAssocID="{07C64865-642A-450D-9E98-3881858A36DB}" presName="compositeShape" presStyleCnt="0">
        <dgm:presLayoutVars>
          <dgm:chMax val="2"/>
          <dgm:dir/>
          <dgm:resizeHandles val="exact"/>
        </dgm:presLayoutVars>
      </dgm:prSet>
      <dgm:spPr/>
    </dgm:pt>
    <dgm:pt modelId="{D1D646D1-A286-4C8C-8075-1D89F72EE635}" type="pres">
      <dgm:prSet presAssocID="{07C64865-642A-450D-9E98-3881858A36DB}" presName="ribbon" presStyleLbl="node1" presStyleIdx="0" presStyleCnt="1" custLinFactNeighborX="0" custLinFactNeighborY="-17961"/>
      <dgm:spPr/>
    </dgm:pt>
    <dgm:pt modelId="{4FF1C814-A8CA-456A-ADEB-E8BC146064D1}" type="pres">
      <dgm:prSet presAssocID="{07C64865-642A-450D-9E98-3881858A36DB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18F07AEE-AADF-424E-9776-D2FAD3BA1141}" type="pres">
      <dgm:prSet presAssocID="{07C64865-642A-450D-9E98-3881858A36DB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DF9D24F-D6FD-4EE8-AD4B-DE9A70988152}" srcId="{07C64865-642A-450D-9E98-3881858A36DB}" destId="{93F6C3F6-93CF-4AF5-A3A1-1958E1EF7374}" srcOrd="1" destOrd="0" parTransId="{DC0538ED-6565-42D4-80BA-AAEBAAAE9DA6}" sibTransId="{CA0C4BA7-5014-467B-BB1D-307831F07918}"/>
    <dgm:cxn modelId="{2BA7829A-84F4-4888-BDE1-837E17616E4C}" srcId="{07C64865-642A-450D-9E98-3881858A36DB}" destId="{98993DC9-F188-4321-BE3A-A5058737B2D1}" srcOrd="0" destOrd="0" parTransId="{DE64985B-80D9-472A-882E-BDBE157E3A95}" sibTransId="{681F6BBA-349F-4089-AA69-5CA4436FBCCB}"/>
    <dgm:cxn modelId="{10D800B6-6A9B-490D-8968-AB37A1DB29AE}" type="presOf" srcId="{07C64865-642A-450D-9E98-3881858A36DB}" destId="{226268FB-599C-4C8F-8753-95EBD99FF028}" srcOrd="0" destOrd="0" presId="urn:microsoft.com/office/officeart/2005/8/layout/arrow6"/>
    <dgm:cxn modelId="{FD5A82D0-C14E-4245-A848-B0D30CE25158}" type="presOf" srcId="{98993DC9-F188-4321-BE3A-A5058737B2D1}" destId="{4FF1C814-A8CA-456A-ADEB-E8BC146064D1}" srcOrd="0" destOrd="0" presId="urn:microsoft.com/office/officeart/2005/8/layout/arrow6"/>
    <dgm:cxn modelId="{6653DDD2-3B8A-4598-98F5-F9A521825B35}" type="presOf" srcId="{93F6C3F6-93CF-4AF5-A3A1-1958E1EF7374}" destId="{18F07AEE-AADF-424E-9776-D2FAD3BA1141}" srcOrd="0" destOrd="0" presId="urn:microsoft.com/office/officeart/2005/8/layout/arrow6"/>
    <dgm:cxn modelId="{033402FA-265A-4165-8BD3-F0496E26DD6A}" type="presParOf" srcId="{226268FB-599C-4C8F-8753-95EBD99FF028}" destId="{D1D646D1-A286-4C8C-8075-1D89F72EE635}" srcOrd="0" destOrd="0" presId="urn:microsoft.com/office/officeart/2005/8/layout/arrow6"/>
    <dgm:cxn modelId="{1E4E5C43-1C79-4CA5-AB41-41163E45F458}" type="presParOf" srcId="{226268FB-599C-4C8F-8753-95EBD99FF028}" destId="{4FF1C814-A8CA-456A-ADEB-E8BC146064D1}" srcOrd="1" destOrd="0" presId="urn:microsoft.com/office/officeart/2005/8/layout/arrow6"/>
    <dgm:cxn modelId="{77C4024F-7378-4683-BE56-ECE6D6D3E12B}" type="presParOf" srcId="{226268FB-599C-4C8F-8753-95EBD99FF028}" destId="{18F07AEE-AADF-424E-9776-D2FAD3BA1141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47B5D9-B47C-4B93-8FDB-C9698A4F2394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F8D8EC0-C7F2-4EC7-9E44-A0DFA14404A5}">
      <dgm:prSet phldrT="[文本]"/>
      <dgm:spPr/>
      <dgm:t>
        <a:bodyPr/>
        <a:lstStyle/>
        <a:p>
          <a:r>
            <a:rPr lang="zh-CN" altLang="en-US" dirty="0"/>
            <a:t>固态硬盘</a:t>
          </a:r>
        </a:p>
      </dgm:t>
    </dgm:pt>
    <dgm:pt modelId="{7B6D2E66-EF3E-4D3F-80D3-9DD383AE5103}" type="parTrans" cxnId="{6E894978-0E3D-4895-B003-036869447529}">
      <dgm:prSet/>
      <dgm:spPr/>
      <dgm:t>
        <a:bodyPr/>
        <a:lstStyle/>
        <a:p>
          <a:endParaRPr lang="zh-CN" altLang="en-US"/>
        </a:p>
      </dgm:t>
    </dgm:pt>
    <dgm:pt modelId="{8E6A1B39-A328-41A3-A8CE-109DD95AAE0B}" type="sibTrans" cxnId="{6E894978-0E3D-4895-B003-036869447529}">
      <dgm:prSet/>
      <dgm:spPr/>
      <dgm:t>
        <a:bodyPr/>
        <a:lstStyle/>
        <a:p>
          <a:endParaRPr lang="zh-CN" altLang="en-US"/>
        </a:p>
      </dgm:t>
    </dgm:pt>
    <dgm:pt modelId="{991059D5-73BB-45B4-AD40-66EA661878E0}">
      <dgm:prSet phldrT="[文本]"/>
      <dgm:spPr/>
      <dgm:t>
        <a:bodyPr/>
        <a:lstStyle/>
        <a:p>
          <a:r>
            <a:rPr lang="zh-CN" altLang="en-US" dirty="0"/>
            <a:t>机械硬盘</a:t>
          </a:r>
        </a:p>
      </dgm:t>
    </dgm:pt>
    <dgm:pt modelId="{FEC8179E-1601-4F42-A250-0FF0AF6624BF}" type="parTrans" cxnId="{5E5E6410-A2C9-4232-88B0-A99AF40313CA}">
      <dgm:prSet/>
      <dgm:spPr/>
      <dgm:t>
        <a:bodyPr/>
        <a:lstStyle/>
        <a:p>
          <a:endParaRPr lang="zh-CN" altLang="en-US"/>
        </a:p>
      </dgm:t>
    </dgm:pt>
    <dgm:pt modelId="{9A6327DA-4ADE-41BA-8AEC-29BF6902E51D}" type="sibTrans" cxnId="{5E5E6410-A2C9-4232-88B0-A99AF40313CA}">
      <dgm:prSet/>
      <dgm:spPr/>
      <dgm:t>
        <a:bodyPr/>
        <a:lstStyle/>
        <a:p>
          <a:endParaRPr lang="zh-CN" altLang="en-US"/>
        </a:p>
      </dgm:t>
    </dgm:pt>
    <dgm:pt modelId="{BB14FC38-2A86-41EB-9CCF-98E09FA67E46}">
      <dgm:prSet phldrT="[文本]"/>
      <dgm:spPr/>
      <dgm:t>
        <a:bodyPr/>
        <a:lstStyle/>
        <a:p>
          <a:r>
            <a:rPr lang="zh-CN" altLang="en-US" dirty="0"/>
            <a:t>混合硬盘</a:t>
          </a:r>
        </a:p>
      </dgm:t>
    </dgm:pt>
    <dgm:pt modelId="{8A146447-3B99-43DA-AACE-BCFF031D515A}" type="parTrans" cxnId="{44AE1B96-C0DF-4A06-8DB3-27F9852F8A88}">
      <dgm:prSet/>
      <dgm:spPr/>
      <dgm:t>
        <a:bodyPr/>
        <a:lstStyle/>
        <a:p>
          <a:endParaRPr lang="zh-CN" altLang="en-US"/>
        </a:p>
      </dgm:t>
    </dgm:pt>
    <dgm:pt modelId="{79D4B152-1D60-442E-BAC1-7B1604262B14}" type="sibTrans" cxnId="{44AE1B96-C0DF-4A06-8DB3-27F9852F8A88}">
      <dgm:prSet/>
      <dgm:spPr/>
      <dgm:t>
        <a:bodyPr/>
        <a:lstStyle/>
        <a:p>
          <a:endParaRPr lang="zh-CN" altLang="en-US"/>
        </a:p>
      </dgm:t>
    </dgm:pt>
    <dgm:pt modelId="{E64A3935-BAE7-4CD9-8CE8-A094B122C766}" type="pres">
      <dgm:prSet presAssocID="{CD47B5D9-B47C-4B93-8FDB-C9698A4F2394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8BDF6D59-EAAC-4A06-B3D3-1149B3BADEDB}" type="pres">
      <dgm:prSet presAssocID="{CD47B5D9-B47C-4B93-8FDB-C9698A4F2394}" presName="cycle" presStyleCnt="0"/>
      <dgm:spPr/>
    </dgm:pt>
    <dgm:pt modelId="{F5B6EE8C-52E3-414B-A2CF-74053C7836A5}" type="pres">
      <dgm:prSet presAssocID="{CD47B5D9-B47C-4B93-8FDB-C9698A4F2394}" presName="centerShape" presStyleCnt="0"/>
      <dgm:spPr/>
    </dgm:pt>
    <dgm:pt modelId="{7C098C09-7B61-439F-869C-86820E336B1B}" type="pres">
      <dgm:prSet presAssocID="{CD47B5D9-B47C-4B93-8FDB-C9698A4F2394}" presName="connSite" presStyleLbl="node1" presStyleIdx="0" presStyleCnt="4"/>
      <dgm:spPr/>
    </dgm:pt>
    <dgm:pt modelId="{7A72809B-1D7F-49B6-A0AE-D5E8C3B43EFB}" type="pres">
      <dgm:prSet presAssocID="{CD47B5D9-B47C-4B93-8FDB-C9698A4F2394}" presName="visible" presStyleLbl="node1" presStyleIdx="0" presStyleCnt="4" custLinFactNeighborX="631" custLinFactNeighborY="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</dgm:spPr>
    </dgm:pt>
    <dgm:pt modelId="{BEF1C72E-B864-4755-ABE1-15E6528C4F7A}" type="pres">
      <dgm:prSet presAssocID="{7B6D2E66-EF3E-4D3F-80D3-9DD383AE5103}" presName="Name25" presStyleLbl="parChTrans1D1" presStyleIdx="0" presStyleCnt="3"/>
      <dgm:spPr/>
    </dgm:pt>
    <dgm:pt modelId="{839B27B3-E997-4FEE-85DC-250E3DA7C501}" type="pres">
      <dgm:prSet presAssocID="{8F8D8EC0-C7F2-4EC7-9E44-A0DFA14404A5}" presName="node" presStyleCnt="0"/>
      <dgm:spPr/>
    </dgm:pt>
    <dgm:pt modelId="{DBA18982-0A9A-46DE-9253-909BD5093CC9}" type="pres">
      <dgm:prSet presAssocID="{8F8D8EC0-C7F2-4EC7-9E44-A0DFA14404A5}" presName="parentNode" presStyleLbl="node1" presStyleIdx="1" presStyleCnt="4">
        <dgm:presLayoutVars>
          <dgm:chMax val="1"/>
          <dgm:bulletEnabled val="1"/>
        </dgm:presLayoutVars>
      </dgm:prSet>
      <dgm:spPr/>
    </dgm:pt>
    <dgm:pt modelId="{FA5C2EEB-988F-4150-9791-FB82B3224DEA}" type="pres">
      <dgm:prSet presAssocID="{8F8D8EC0-C7F2-4EC7-9E44-A0DFA14404A5}" presName="childNode" presStyleLbl="revTx" presStyleIdx="0" presStyleCnt="0">
        <dgm:presLayoutVars>
          <dgm:bulletEnabled val="1"/>
        </dgm:presLayoutVars>
      </dgm:prSet>
      <dgm:spPr/>
    </dgm:pt>
    <dgm:pt modelId="{0BDA4EB3-8C53-40EE-858A-3CE8944654C9}" type="pres">
      <dgm:prSet presAssocID="{FEC8179E-1601-4F42-A250-0FF0AF6624BF}" presName="Name25" presStyleLbl="parChTrans1D1" presStyleIdx="1" presStyleCnt="3"/>
      <dgm:spPr/>
    </dgm:pt>
    <dgm:pt modelId="{24674456-C9B9-4973-9BB9-C8D488F053C1}" type="pres">
      <dgm:prSet presAssocID="{991059D5-73BB-45B4-AD40-66EA661878E0}" presName="node" presStyleCnt="0"/>
      <dgm:spPr/>
    </dgm:pt>
    <dgm:pt modelId="{D4C2D789-0C03-4CC4-A688-9BEEEE6AE5C2}" type="pres">
      <dgm:prSet presAssocID="{991059D5-73BB-45B4-AD40-66EA661878E0}" presName="parentNode" presStyleLbl="node1" presStyleIdx="2" presStyleCnt="4">
        <dgm:presLayoutVars>
          <dgm:chMax val="1"/>
          <dgm:bulletEnabled val="1"/>
        </dgm:presLayoutVars>
      </dgm:prSet>
      <dgm:spPr/>
    </dgm:pt>
    <dgm:pt modelId="{E55BB86D-851A-4049-8F13-0AC01B17A912}" type="pres">
      <dgm:prSet presAssocID="{991059D5-73BB-45B4-AD40-66EA661878E0}" presName="childNode" presStyleLbl="revTx" presStyleIdx="0" presStyleCnt="0">
        <dgm:presLayoutVars>
          <dgm:bulletEnabled val="1"/>
        </dgm:presLayoutVars>
      </dgm:prSet>
      <dgm:spPr/>
    </dgm:pt>
    <dgm:pt modelId="{91250709-0027-4269-91E0-1AF09165AFF7}" type="pres">
      <dgm:prSet presAssocID="{8A146447-3B99-43DA-AACE-BCFF031D515A}" presName="Name25" presStyleLbl="parChTrans1D1" presStyleIdx="2" presStyleCnt="3"/>
      <dgm:spPr/>
    </dgm:pt>
    <dgm:pt modelId="{11AA5546-679B-45B5-A38D-B92DAE4A1A1C}" type="pres">
      <dgm:prSet presAssocID="{BB14FC38-2A86-41EB-9CCF-98E09FA67E46}" presName="node" presStyleCnt="0"/>
      <dgm:spPr/>
    </dgm:pt>
    <dgm:pt modelId="{11CD7CFA-236B-4969-B568-C0E0FDD64AAD}" type="pres">
      <dgm:prSet presAssocID="{BB14FC38-2A86-41EB-9CCF-98E09FA67E46}" presName="parentNode" presStyleLbl="node1" presStyleIdx="3" presStyleCnt="4">
        <dgm:presLayoutVars>
          <dgm:chMax val="1"/>
          <dgm:bulletEnabled val="1"/>
        </dgm:presLayoutVars>
      </dgm:prSet>
      <dgm:spPr/>
    </dgm:pt>
    <dgm:pt modelId="{831E03CF-E192-404F-854D-75990FD8C6CD}" type="pres">
      <dgm:prSet presAssocID="{BB14FC38-2A86-41EB-9CCF-98E09FA67E46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5E5E6410-A2C9-4232-88B0-A99AF40313CA}" srcId="{CD47B5D9-B47C-4B93-8FDB-C9698A4F2394}" destId="{991059D5-73BB-45B4-AD40-66EA661878E0}" srcOrd="1" destOrd="0" parTransId="{FEC8179E-1601-4F42-A250-0FF0AF6624BF}" sibTransId="{9A6327DA-4ADE-41BA-8AEC-29BF6902E51D}"/>
    <dgm:cxn modelId="{B9ECA726-5C4E-4A67-B09B-4768FF30370C}" type="presOf" srcId="{BB14FC38-2A86-41EB-9CCF-98E09FA67E46}" destId="{11CD7CFA-236B-4969-B568-C0E0FDD64AAD}" srcOrd="0" destOrd="0" presId="urn:microsoft.com/office/officeart/2005/8/layout/radial2"/>
    <dgm:cxn modelId="{3497A538-CA0B-40C7-8FA8-433C56CDFE2A}" type="presOf" srcId="{FEC8179E-1601-4F42-A250-0FF0AF6624BF}" destId="{0BDA4EB3-8C53-40EE-858A-3CE8944654C9}" srcOrd="0" destOrd="0" presId="urn:microsoft.com/office/officeart/2005/8/layout/radial2"/>
    <dgm:cxn modelId="{4E2B974B-8AD4-4E47-8F42-73EE13095D65}" type="presOf" srcId="{CD47B5D9-B47C-4B93-8FDB-C9698A4F2394}" destId="{E64A3935-BAE7-4CD9-8CE8-A094B122C766}" srcOrd="0" destOrd="0" presId="urn:microsoft.com/office/officeart/2005/8/layout/radial2"/>
    <dgm:cxn modelId="{6E894978-0E3D-4895-B003-036869447529}" srcId="{CD47B5D9-B47C-4B93-8FDB-C9698A4F2394}" destId="{8F8D8EC0-C7F2-4EC7-9E44-A0DFA14404A5}" srcOrd="0" destOrd="0" parTransId="{7B6D2E66-EF3E-4D3F-80D3-9DD383AE5103}" sibTransId="{8E6A1B39-A328-41A3-A8CE-109DD95AAE0B}"/>
    <dgm:cxn modelId="{4CB2758D-223A-47BB-B342-78A1474D0064}" type="presOf" srcId="{7B6D2E66-EF3E-4D3F-80D3-9DD383AE5103}" destId="{BEF1C72E-B864-4755-ABE1-15E6528C4F7A}" srcOrd="0" destOrd="0" presId="urn:microsoft.com/office/officeart/2005/8/layout/radial2"/>
    <dgm:cxn modelId="{965E148E-798A-4369-9621-FB585A289B2F}" type="presOf" srcId="{8A146447-3B99-43DA-AACE-BCFF031D515A}" destId="{91250709-0027-4269-91E0-1AF09165AFF7}" srcOrd="0" destOrd="0" presId="urn:microsoft.com/office/officeart/2005/8/layout/radial2"/>
    <dgm:cxn modelId="{44AE1B96-C0DF-4A06-8DB3-27F9852F8A88}" srcId="{CD47B5D9-B47C-4B93-8FDB-C9698A4F2394}" destId="{BB14FC38-2A86-41EB-9CCF-98E09FA67E46}" srcOrd="2" destOrd="0" parTransId="{8A146447-3B99-43DA-AACE-BCFF031D515A}" sibTransId="{79D4B152-1D60-442E-BAC1-7B1604262B14}"/>
    <dgm:cxn modelId="{1E8564B7-FAA3-4E00-A31B-A8D2D6270B7D}" type="presOf" srcId="{991059D5-73BB-45B4-AD40-66EA661878E0}" destId="{D4C2D789-0C03-4CC4-A688-9BEEEE6AE5C2}" srcOrd="0" destOrd="0" presId="urn:microsoft.com/office/officeart/2005/8/layout/radial2"/>
    <dgm:cxn modelId="{219EBEC8-56AB-4BE0-871C-1C5E95675BBA}" type="presOf" srcId="{8F8D8EC0-C7F2-4EC7-9E44-A0DFA14404A5}" destId="{DBA18982-0A9A-46DE-9253-909BD5093CC9}" srcOrd="0" destOrd="0" presId="urn:microsoft.com/office/officeart/2005/8/layout/radial2"/>
    <dgm:cxn modelId="{1BA9B5E8-F000-4079-A04B-F36F47B04452}" type="presParOf" srcId="{E64A3935-BAE7-4CD9-8CE8-A094B122C766}" destId="{8BDF6D59-EAAC-4A06-B3D3-1149B3BADEDB}" srcOrd="0" destOrd="0" presId="urn:microsoft.com/office/officeart/2005/8/layout/radial2"/>
    <dgm:cxn modelId="{700048F2-EE2A-4A57-AC27-174D14314BFB}" type="presParOf" srcId="{8BDF6D59-EAAC-4A06-B3D3-1149B3BADEDB}" destId="{F5B6EE8C-52E3-414B-A2CF-74053C7836A5}" srcOrd="0" destOrd="0" presId="urn:microsoft.com/office/officeart/2005/8/layout/radial2"/>
    <dgm:cxn modelId="{1D71253D-4F5D-4A74-BB3B-AE99D48E2F6A}" type="presParOf" srcId="{F5B6EE8C-52E3-414B-A2CF-74053C7836A5}" destId="{7C098C09-7B61-439F-869C-86820E336B1B}" srcOrd="0" destOrd="0" presId="urn:microsoft.com/office/officeart/2005/8/layout/radial2"/>
    <dgm:cxn modelId="{5FC65804-B735-4358-ADBF-5DE8B46C6E49}" type="presParOf" srcId="{F5B6EE8C-52E3-414B-A2CF-74053C7836A5}" destId="{7A72809B-1D7F-49B6-A0AE-D5E8C3B43EFB}" srcOrd="1" destOrd="0" presId="urn:microsoft.com/office/officeart/2005/8/layout/radial2"/>
    <dgm:cxn modelId="{7895CB6C-7E3C-4763-9798-EA6EA95D74FC}" type="presParOf" srcId="{8BDF6D59-EAAC-4A06-B3D3-1149B3BADEDB}" destId="{BEF1C72E-B864-4755-ABE1-15E6528C4F7A}" srcOrd="1" destOrd="0" presId="urn:microsoft.com/office/officeart/2005/8/layout/radial2"/>
    <dgm:cxn modelId="{CDD2E350-9ED3-451E-8602-9C14E5E978E5}" type="presParOf" srcId="{8BDF6D59-EAAC-4A06-B3D3-1149B3BADEDB}" destId="{839B27B3-E997-4FEE-85DC-250E3DA7C501}" srcOrd="2" destOrd="0" presId="urn:microsoft.com/office/officeart/2005/8/layout/radial2"/>
    <dgm:cxn modelId="{3661F8B8-4583-42CA-8078-2170E020CCF8}" type="presParOf" srcId="{839B27B3-E997-4FEE-85DC-250E3DA7C501}" destId="{DBA18982-0A9A-46DE-9253-909BD5093CC9}" srcOrd="0" destOrd="0" presId="urn:microsoft.com/office/officeart/2005/8/layout/radial2"/>
    <dgm:cxn modelId="{27C597C8-FF0E-4020-AFBB-7FD5EC90E189}" type="presParOf" srcId="{839B27B3-E997-4FEE-85DC-250E3DA7C501}" destId="{FA5C2EEB-988F-4150-9791-FB82B3224DEA}" srcOrd="1" destOrd="0" presId="urn:microsoft.com/office/officeart/2005/8/layout/radial2"/>
    <dgm:cxn modelId="{0A3CF43E-5F9E-45CE-A47A-C55EE6E89070}" type="presParOf" srcId="{8BDF6D59-EAAC-4A06-B3D3-1149B3BADEDB}" destId="{0BDA4EB3-8C53-40EE-858A-3CE8944654C9}" srcOrd="3" destOrd="0" presId="urn:microsoft.com/office/officeart/2005/8/layout/radial2"/>
    <dgm:cxn modelId="{D8AA86B6-2965-4340-B641-5AEBF9EA8945}" type="presParOf" srcId="{8BDF6D59-EAAC-4A06-B3D3-1149B3BADEDB}" destId="{24674456-C9B9-4973-9BB9-C8D488F053C1}" srcOrd="4" destOrd="0" presId="urn:microsoft.com/office/officeart/2005/8/layout/radial2"/>
    <dgm:cxn modelId="{B08C163B-7BFB-4CF1-8EB7-A9FB60251A3B}" type="presParOf" srcId="{24674456-C9B9-4973-9BB9-C8D488F053C1}" destId="{D4C2D789-0C03-4CC4-A688-9BEEEE6AE5C2}" srcOrd="0" destOrd="0" presId="urn:microsoft.com/office/officeart/2005/8/layout/radial2"/>
    <dgm:cxn modelId="{DFB82975-F284-4AD8-BBC5-09D99E244297}" type="presParOf" srcId="{24674456-C9B9-4973-9BB9-C8D488F053C1}" destId="{E55BB86D-851A-4049-8F13-0AC01B17A912}" srcOrd="1" destOrd="0" presId="urn:microsoft.com/office/officeart/2005/8/layout/radial2"/>
    <dgm:cxn modelId="{8CB2966D-60F1-46AC-A8EA-5091546D7DB8}" type="presParOf" srcId="{8BDF6D59-EAAC-4A06-B3D3-1149B3BADEDB}" destId="{91250709-0027-4269-91E0-1AF09165AFF7}" srcOrd="5" destOrd="0" presId="urn:microsoft.com/office/officeart/2005/8/layout/radial2"/>
    <dgm:cxn modelId="{336A8E40-A85E-4490-A15C-73CFF62701E0}" type="presParOf" srcId="{8BDF6D59-EAAC-4A06-B3D3-1149B3BADEDB}" destId="{11AA5546-679B-45B5-A38D-B92DAE4A1A1C}" srcOrd="6" destOrd="0" presId="urn:microsoft.com/office/officeart/2005/8/layout/radial2"/>
    <dgm:cxn modelId="{A47F83B1-B8D8-4958-83C4-90EC79DB9232}" type="presParOf" srcId="{11AA5546-679B-45B5-A38D-B92DAE4A1A1C}" destId="{11CD7CFA-236B-4969-B568-C0E0FDD64AAD}" srcOrd="0" destOrd="0" presId="urn:microsoft.com/office/officeart/2005/8/layout/radial2"/>
    <dgm:cxn modelId="{E700619E-6734-4747-AA54-E4D52907F01B}" type="presParOf" srcId="{11AA5546-679B-45B5-A38D-B92DAE4A1A1C}" destId="{831E03CF-E192-404F-854D-75990FD8C6CD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FCDCF0-38CD-4377-80E2-0567DFC0A89E}">
      <dsp:nvSpPr>
        <dsp:cNvPr id="0" name=""/>
        <dsp:cNvSpPr/>
      </dsp:nvSpPr>
      <dsp:spPr>
        <a:xfrm>
          <a:off x="709070" y="1313340"/>
          <a:ext cx="6753165" cy="2708026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AB1B8-6137-4C93-8A9D-D66AE12AAD71}">
      <dsp:nvSpPr>
        <dsp:cNvPr id="0" name=""/>
        <dsp:cNvSpPr/>
      </dsp:nvSpPr>
      <dsp:spPr>
        <a:xfrm>
          <a:off x="900422" y="1769801"/>
          <a:ext cx="3135952" cy="2985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000" kern="1200" dirty="0">
              <a:solidFill>
                <a:srgbClr val="525252"/>
              </a:solidFill>
              <a:latin typeface="黑体" panose="02010609060101010101" pitchFamily="49" charset="-122"/>
              <a:ea typeface="黑体" panose="02010609060101010101" pitchFamily="49" charset="-122"/>
            </a:rPr>
            <a:t>优点</a:t>
          </a:r>
          <a:r>
            <a:rPr lang="zh-CN" altLang="en-US" sz="4000" kern="1200" dirty="0">
              <a:solidFill>
                <a:srgbClr val="525252"/>
              </a:solidFill>
            </a:rPr>
            <a:t>：</a:t>
          </a:r>
          <a:r>
            <a:rPr lang="zh-CN" altLang="en-US" sz="3200" b="0" kern="1200" dirty="0">
              <a:solidFill>
                <a:srgbClr val="525252"/>
              </a:solidFill>
              <a:latin typeface="楷体" panose="02010609060101010101" pitchFamily="49" charset="-122"/>
              <a:ea typeface="楷体" panose="02010609060101010101" pitchFamily="49" charset="-122"/>
            </a:rPr>
            <a:t>低功耗。高性能。价格低。尺寸小</a:t>
          </a:r>
          <a:r>
            <a:rPr lang="zh-CN" altLang="en-US" sz="3200" b="0" kern="1200" dirty="0">
              <a:latin typeface="楷体" panose="02010609060101010101" pitchFamily="49" charset="-122"/>
              <a:ea typeface="楷体" panose="02010609060101010101" pitchFamily="49" charset="-122"/>
            </a:rPr>
            <a:t>。</a:t>
          </a:r>
        </a:p>
      </dsp:txBody>
      <dsp:txXfrm>
        <a:off x="900422" y="1769801"/>
        <a:ext cx="3135952" cy="2985647"/>
      </dsp:txXfrm>
    </dsp:sp>
    <dsp:sp modelId="{EFD1FABF-C9F8-46C0-8048-4FFBCF3A8C1F}">
      <dsp:nvSpPr>
        <dsp:cNvPr id="0" name=""/>
        <dsp:cNvSpPr/>
      </dsp:nvSpPr>
      <dsp:spPr>
        <a:xfrm>
          <a:off x="4106235" y="1769801"/>
          <a:ext cx="3135952" cy="2985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000" kern="1200" dirty="0">
              <a:solidFill>
                <a:srgbClr val="525252"/>
              </a:solidFill>
              <a:latin typeface="黑体" panose="02010609060101010101" pitchFamily="49" charset="-122"/>
              <a:ea typeface="黑体" panose="02010609060101010101" pitchFamily="49" charset="-122"/>
            </a:rPr>
            <a:t>缺点</a:t>
          </a:r>
          <a:r>
            <a:rPr lang="zh-CN" altLang="en-US" sz="4000" kern="1200" dirty="0">
              <a:solidFill>
                <a:srgbClr val="525252"/>
              </a:solidFill>
              <a:latin typeface="+mj-ea"/>
              <a:ea typeface="+mj-ea"/>
            </a:rPr>
            <a:t>：</a:t>
          </a:r>
          <a:r>
            <a:rPr lang="zh-CN" altLang="en-US" sz="3200" b="0" kern="1200" dirty="0">
              <a:solidFill>
                <a:srgbClr val="525252"/>
              </a:solidFill>
              <a:latin typeface="楷体" panose="02010609060101010101" pitchFamily="49" charset="-122"/>
              <a:ea typeface="楷体" panose="02010609060101010101" pitchFamily="49" charset="-122"/>
            </a:rPr>
            <a:t>核显低端难胜任大型游戏</a:t>
          </a:r>
          <a:r>
            <a:rPr lang="zh-CN" altLang="en-US" sz="3200" b="0" kern="1200" dirty="0">
              <a:latin typeface="楷体" panose="02010609060101010101" pitchFamily="49" charset="-122"/>
              <a:ea typeface="楷体" panose="02010609060101010101" pitchFamily="49" charset="-122"/>
            </a:rPr>
            <a:t>。</a:t>
          </a:r>
        </a:p>
      </dsp:txBody>
      <dsp:txXfrm>
        <a:off x="4106235" y="1769801"/>
        <a:ext cx="3135952" cy="2985647"/>
      </dsp:txXfrm>
    </dsp:sp>
    <dsp:sp modelId="{760243A1-8CF7-4E55-8ABB-9C38D6F4B532}">
      <dsp:nvSpPr>
        <dsp:cNvPr id="0" name=""/>
        <dsp:cNvSpPr/>
      </dsp:nvSpPr>
      <dsp:spPr>
        <a:xfrm>
          <a:off x="0" y="663217"/>
          <a:ext cx="1319584" cy="1319584"/>
        </a:xfrm>
        <a:prstGeom prst="plus">
          <a:avLst>
            <a:gd name="adj" fmla="val 32810"/>
          </a:avLst>
        </a:prstGeom>
        <a:solidFill>
          <a:srgbClr val="ED7D3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739A1-EE42-4226-B141-EBE369ADD4CB}">
      <dsp:nvSpPr>
        <dsp:cNvPr id="0" name=""/>
        <dsp:cNvSpPr/>
      </dsp:nvSpPr>
      <dsp:spPr>
        <a:xfrm>
          <a:off x="6520297" y="1137771"/>
          <a:ext cx="1241961" cy="42560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59C63-D643-4662-9850-BAD2B37CE9F4}">
      <dsp:nvSpPr>
        <dsp:cNvPr id="0" name=""/>
        <dsp:cNvSpPr/>
      </dsp:nvSpPr>
      <dsp:spPr>
        <a:xfrm>
          <a:off x="4021158" y="1292329"/>
          <a:ext cx="15524" cy="2718298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D0C23-97D1-447F-B04C-4CB7DD12FCC2}">
      <dsp:nvSpPr>
        <dsp:cNvPr id="0" name=""/>
        <dsp:cNvSpPr/>
      </dsp:nvSpPr>
      <dsp:spPr>
        <a:xfrm>
          <a:off x="1679786" y="0"/>
          <a:ext cx="1950720" cy="108373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 dirty="0">
              <a:solidFill>
                <a:srgbClr val="525252"/>
              </a:solidFill>
            </a:rPr>
            <a:t>功耗低</a:t>
          </a:r>
        </a:p>
      </dsp:txBody>
      <dsp:txXfrm>
        <a:off x="1711527" y="31741"/>
        <a:ext cx="1887238" cy="1020251"/>
      </dsp:txXfrm>
    </dsp:sp>
    <dsp:sp modelId="{ACC01442-FA33-4355-A656-8A45FC2E5A74}">
      <dsp:nvSpPr>
        <dsp:cNvPr id="0" name=""/>
        <dsp:cNvSpPr/>
      </dsp:nvSpPr>
      <dsp:spPr>
        <a:xfrm>
          <a:off x="4497493" y="0"/>
          <a:ext cx="1950720" cy="108373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 dirty="0">
              <a:solidFill>
                <a:srgbClr val="525252"/>
              </a:solidFill>
            </a:rPr>
            <a:t>性能低</a:t>
          </a:r>
        </a:p>
      </dsp:txBody>
      <dsp:txXfrm>
        <a:off x="4529234" y="31741"/>
        <a:ext cx="1887238" cy="1020251"/>
      </dsp:txXfrm>
    </dsp:sp>
    <dsp:sp modelId="{3B81A842-B21E-471E-BC95-737BB6041EFB}">
      <dsp:nvSpPr>
        <dsp:cNvPr id="0" name=""/>
        <dsp:cNvSpPr/>
      </dsp:nvSpPr>
      <dsp:spPr>
        <a:xfrm>
          <a:off x="3657599" y="4605866"/>
          <a:ext cx="812800" cy="8128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4C246D-09CE-4DF3-A2ED-C3A4E68FD267}">
      <dsp:nvSpPr>
        <dsp:cNvPr id="0" name=""/>
        <dsp:cNvSpPr/>
      </dsp:nvSpPr>
      <dsp:spPr>
        <a:xfrm rot="240000">
          <a:off x="1624855" y="4257573"/>
          <a:ext cx="4878289" cy="34112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C8201-7CCD-4C5B-8B76-04B0407286A1}">
      <dsp:nvSpPr>
        <dsp:cNvPr id="0" name=""/>
        <dsp:cNvSpPr/>
      </dsp:nvSpPr>
      <dsp:spPr>
        <a:xfrm rot="240000">
          <a:off x="4553844" y="3404681"/>
          <a:ext cx="1946391" cy="906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/>
            <a:t>固化</a:t>
          </a:r>
        </a:p>
      </dsp:txBody>
      <dsp:txXfrm>
        <a:off x="4598111" y="3448948"/>
        <a:ext cx="1857857" cy="818285"/>
      </dsp:txXfrm>
    </dsp:sp>
    <dsp:sp modelId="{047D111A-F8D6-4E28-B089-B65B9AB36CAD}">
      <dsp:nvSpPr>
        <dsp:cNvPr id="0" name=""/>
        <dsp:cNvSpPr/>
      </dsp:nvSpPr>
      <dsp:spPr>
        <a:xfrm rot="240000">
          <a:off x="4624286" y="2429321"/>
          <a:ext cx="1946391" cy="906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/>
            <a:t>无法更换</a:t>
          </a:r>
        </a:p>
      </dsp:txBody>
      <dsp:txXfrm>
        <a:off x="4668553" y="2473588"/>
        <a:ext cx="1857857" cy="818285"/>
      </dsp:txXfrm>
    </dsp:sp>
    <dsp:sp modelId="{A5C9EBF2-D071-4EA3-9493-6EA4E5976D1E}">
      <dsp:nvSpPr>
        <dsp:cNvPr id="0" name=""/>
        <dsp:cNvSpPr/>
      </dsp:nvSpPr>
      <dsp:spPr>
        <a:xfrm rot="240000">
          <a:off x="4694729" y="1475635"/>
          <a:ext cx="1946391" cy="906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/>
            <a:t>占内存空间</a:t>
          </a:r>
        </a:p>
      </dsp:txBody>
      <dsp:txXfrm>
        <a:off x="4738996" y="1519902"/>
        <a:ext cx="1857857" cy="818285"/>
      </dsp:txXfrm>
    </dsp:sp>
    <dsp:sp modelId="{A0AF6BA1-CCBF-42CC-8F83-6893356D54AE}">
      <dsp:nvSpPr>
        <dsp:cNvPr id="0" name=""/>
        <dsp:cNvSpPr/>
      </dsp:nvSpPr>
      <dsp:spPr>
        <a:xfrm rot="240000">
          <a:off x="1763230" y="3209609"/>
          <a:ext cx="1946391" cy="906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/>
            <a:t>发热量小</a:t>
          </a:r>
          <a:endParaRPr lang="zh-CN" altLang="en-US" sz="2600" kern="1200" dirty="0"/>
        </a:p>
      </dsp:txBody>
      <dsp:txXfrm>
        <a:off x="1807497" y="3253876"/>
        <a:ext cx="1857857" cy="818285"/>
      </dsp:txXfrm>
    </dsp:sp>
    <dsp:sp modelId="{297A3321-6668-4D16-9CD5-0E869553FB8C}">
      <dsp:nvSpPr>
        <dsp:cNvPr id="0" name=""/>
        <dsp:cNvSpPr/>
      </dsp:nvSpPr>
      <dsp:spPr>
        <a:xfrm rot="240000">
          <a:off x="1833673" y="2234249"/>
          <a:ext cx="1946391" cy="906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/>
            <a:t>较为经济</a:t>
          </a:r>
        </a:p>
      </dsp:txBody>
      <dsp:txXfrm>
        <a:off x="1877940" y="2278516"/>
        <a:ext cx="1857857" cy="8182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D646D1-A286-4C8C-8075-1D89F72EE635}">
      <dsp:nvSpPr>
        <dsp:cNvPr id="0" name=""/>
        <dsp:cNvSpPr/>
      </dsp:nvSpPr>
      <dsp:spPr>
        <a:xfrm>
          <a:off x="210155" y="0"/>
          <a:ext cx="4545647" cy="1818259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1C814-A8CA-456A-ADEB-E8BC146064D1}">
      <dsp:nvSpPr>
        <dsp:cNvPr id="0" name=""/>
        <dsp:cNvSpPr/>
      </dsp:nvSpPr>
      <dsp:spPr>
        <a:xfrm>
          <a:off x="755633" y="318195"/>
          <a:ext cx="1500063" cy="8909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35128" rIns="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 dirty="0"/>
            <a:t>优点</a:t>
          </a:r>
        </a:p>
      </dsp:txBody>
      <dsp:txXfrm>
        <a:off x="755633" y="318195"/>
        <a:ext cx="1500063" cy="890946"/>
      </dsp:txXfrm>
    </dsp:sp>
    <dsp:sp modelId="{18F07AEE-AADF-424E-9776-D2FAD3BA1141}">
      <dsp:nvSpPr>
        <dsp:cNvPr id="0" name=""/>
        <dsp:cNvSpPr/>
      </dsp:nvSpPr>
      <dsp:spPr>
        <a:xfrm>
          <a:off x="2482979" y="609116"/>
          <a:ext cx="1772802" cy="8909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35128" rIns="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800" kern="1200" dirty="0"/>
            <a:t>缺点</a:t>
          </a:r>
        </a:p>
      </dsp:txBody>
      <dsp:txXfrm>
        <a:off x="2482979" y="609116"/>
        <a:ext cx="1772802" cy="8909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250709-0027-4269-91E0-1AF09165AFF7}">
      <dsp:nvSpPr>
        <dsp:cNvPr id="0" name=""/>
        <dsp:cNvSpPr/>
      </dsp:nvSpPr>
      <dsp:spPr>
        <a:xfrm rot="2561600">
          <a:off x="2573511" y="3800128"/>
          <a:ext cx="822815" cy="57656"/>
        </a:xfrm>
        <a:custGeom>
          <a:avLst/>
          <a:gdLst/>
          <a:ahLst/>
          <a:cxnLst/>
          <a:rect l="0" t="0" r="0" b="0"/>
          <a:pathLst>
            <a:path>
              <a:moveTo>
                <a:pt x="0" y="28828"/>
              </a:moveTo>
              <a:lnTo>
                <a:pt x="822815" y="288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DA4EB3-8C53-40EE-858A-3CE8944654C9}">
      <dsp:nvSpPr>
        <dsp:cNvPr id="0" name=""/>
        <dsp:cNvSpPr/>
      </dsp:nvSpPr>
      <dsp:spPr>
        <a:xfrm>
          <a:off x="2682537" y="2680505"/>
          <a:ext cx="914439" cy="57656"/>
        </a:xfrm>
        <a:custGeom>
          <a:avLst/>
          <a:gdLst/>
          <a:ahLst/>
          <a:cxnLst/>
          <a:rect l="0" t="0" r="0" b="0"/>
          <a:pathLst>
            <a:path>
              <a:moveTo>
                <a:pt x="0" y="28828"/>
              </a:moveTo>
              <a:lnTo>
                <a:pt x="914439" y="288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F1C72E-B864-4755-ABE1-15E6528C4F7A}">
      <dsp:nvSpPr>
        <dsp:cNvPr id="0" name=""/>
        <dsp:cNvSpPr/>
      </dsp:nvSpPr>
      <dsp:spPr>
        <a:xfrm rot="19038400">
          <a:off x="2573511" y="1560882"/>
          <a:ext cx="822815" cy="57656"/>
        </a:xfrm>
        <a:custGeom>
          <a:avLst/>
          <a:gdLst/>
          <a:ahLst/>
          <a:cxnLst/>
          <a:rect l="0" t="0" r="0" b="0"/>
          <a:pathLst>
            <a:path>
              <a:moveTo>
                <a:pt x="0" y="28828"/>
              </a:moveTo>
              <a:lnTo>
                <a:pt x="822815" y="288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72809B-1D7F-49B6-A0AE-D5E8C3B43EFB}">
      <dsp:nvSpPr>
        <dsp:cNvPr id="0" name=""/>
        <dsp:cNvSpPr/>
      </dsp:nvSpPr>
      <dsp:spPr>
        <a:xfrm>
          <a:off x="485990" y="1407583"/>
          <a:ext cx="2603499" cy="260349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A18982-0A9A-46DE-9253-909BD5093CC9}">
      <dsp:nvSpPr>
        <dsp:cNvPr id="0" name=""/>
        <dsp:cNvSpPr/>
      </dsp:nvSpPr>
      <dsp:spPr>
        <a:xfrm>
          <a:off x="3080318" y="86"/>
          <a:ext cx="1562100" cy="15621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300" kern="1200" dirty="0"/>
            <a:t>固态硬盘</a:t>
          </a:r>
        </a:p>
      </dsp:txBody>
      <dsp:txXfrm>
        <a:off x="3309082" y="228850"/>
        <a:ext cx="1104572" cy="1104572"/>
      </dsp:txXfrm>
    </dsp:sp>
    <dsp:sp modelId="{D4C2D789-0C03-4CC4-A688-9BEEEE6AE5C2}">
      <dsp:nvSpPr>
        <dsp:cNvPr id="0" name=""/>
        <dsp:cNvSpPr/>
      </dsp:nvSpPr>
      <dsp:spPr>
        <a:xfrm>
          <a:off x="3596977" y="1928283"/>
          <a:ext cx="1562100" cy="15621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300" kern="1200" dirty="0"/>
            <a:t>机械硬盘</a:t>
          </a:r>
        </a:p>
      </dsp:txBody>
      <dsp:txXfrm>
        <a:off x="3825741" y="2157047"/>
        <a:ext cx="1104572" cy="1104572"/>
      </dsp:txXfrm>
    </dsp:sp>
    <dsp:sp modelId="{11CD7CFA-236B-4969-B568-C0E0FDD64AAD}">
      <dsp:nvSpPr>
        <dsp:cNvPr id="0" name=""/>
        <dsp:cNvSpPr/>
      </dsp:nvSpPr>
      <dsp:spPr>
        <a:xfrm>
          <a:off x="3080318" y="3856480"/>
          <a:ext cx="1562100" cy="15621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300" kern="1200" dirty="0"/>
            <a:t>混合硬盘</a:t>
          </a:r>
        </a:p>
      </dsp:txBody>
      <dsp:txXfrm>
        <a:off x="3309082" y="4085244"/>
        <a:ext cx="1104572" cy="11045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AC789-E784-4EB1-A26E-D967CC072F76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2F7-B826-43C0-B68C-AAD455E614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559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EFF2F7-B826-43C0-B68C-AAD455E614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079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AE51-5F04-427F-A6E5-CFBFE2EC39F8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77567-7A7C-41CC-B27D-8BC6EF449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571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AE51-5F04-427F-A6E5-CFBFE2EC39F8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77567-7A7C-41CC-B27D-8BC6EF449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198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AE51-5F04-427F-A6E5-CFBFE2EC39F8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77567-7A7C-41CC-B27D-8BC6EF449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31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AE51-5F04-427F-A6E5-CFBFE2EC39F8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77567-7A7C-41CC-B27D-8BC6EF449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90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AE51-5F04-427F-A6E5-CFBFE2EC39F8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77567-7A7C-41CC-B27D-8BC6EF449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707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AE51-5F04-427F-A6E5-CFBFE2EC39F8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77567-7A7C-41CC-B27D-8BC6EF449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238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AE51-5F04-427F-A6E5-CFBFE2EC39F8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77567-7A7C-41CC-B27D-8BC6EF449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7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AE51-5F04-427F-A6E5-CFBFE2EC39F8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77567-7A7C-41CC-B27D-8BC6EF449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89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AE51-5F04-427F-A6E5-CFBFE2EC39F8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77567-7A7C-41CC-B27D-8BC6EF449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988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AE51-5F04-427F-A6E5-CFBFE2EC39F8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77567-7A7C-41CC-B27D-8BC6EF449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29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AE51-5F04-427F-A6E5-CFBFE2EC39F8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77567-7A7C-41CC-B27D-8BC6EF449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896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7AE51-5F04-427F-A6E5-CFBFE2EC39F8}" type="datetimeFigureOut">
              <a:rPr lang="zh-CN" altLang="en-US" smtClean="0"/>
              <a:t>2017/10/5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77567-7A7C-41CC-B27D-8BC6EF4495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161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slide" Target="slide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1.jp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r="6181" b="-3265"/>
          <a:stretch/>
        </p:blipFill>
        <p:spPr>
          <a:xfrm>
            <a:off x="0" y="391212"/>
            <a:ext cx="12192000" cy="681134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051463"/>
            <a:ext cx="9144000" cy="238760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电脑硬件介绍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48000" y="4114157"/>
            <a:ext cx="9144000" cy="36576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————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171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王文喜</a:t>
            </a:r>
            <a:endParaRPr lang="en-US" altLang="zh-CN" dirty="0">
              <a:solidFill>
                <a:schemeClr val="bg1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593142"/>
              </p:ext>
            </p:extLst>
          </p:nvPr>
        </p:nvGraphicFramePr>
        <p:xfrm>
          <a:off x="0" y="0"/>
          <a:ext cx="12192000" cy="3825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2490">
                  <a:extLst>
                    <a:ext uri="{9D8B030D-6E8A-4147-A177-3AD203B41FA5}">
                      <a16:colId xmlns:a16="http://schemas.microsoft.com/office/drawing/2014/main" val="1030081628"/>
                    </a:ext>
                  </a:extLst>
                </a:gridCol>
                <a:gridCol w="3203510">
                  <a:extLst>
                    <a:ext uri="{9D8B030D-6E8A-4147-A177-3AD203B41FA5}">
                      <a16:colId xmlns:a16="http://schemas.microsoft.com/office/drawing/2014/main" val="279708017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3750254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66999640"/>
                    </a:ext>
                  </a:extLst>
                </a:gridCol>
              </a:tblGrid>
              <a:tr h="38255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硬件总概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显卡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硬盘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END</a:t>
                      </a:r>
                      <a:endParaRPr lang="zh-CN" altLang="en-US" dirty="0">
                        <a:latin typeface="华文琥珀" panose="02010800040101010101" pitchFamily="2" charset="-122"/>
                        <a:ea typeface="华文琥珀" panose="02010800040101010101" pitchFamily="2" charset="-122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345650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0" y="2092317"/>
            <a:ext cx="12192000" cy="1704568"/>
          </a:xfrm>
          <a:prstGeom prst="rect">
            <a:avLst/>
          </a:prstGeom>
          <a:solidFill>
            <a:srgbClr val="AFABAB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15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47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3375"/>
            <a:ext cx="12192000" cy="6486642"/>
          </a:xfrm>
          <a:prstGeom prst="rect">
            <a:avLst/>
          </a:prstGeom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470781"/>
              </p:ext>
            </p:extLst>
          </p:nvPr>
        </p:nvGraphicFramePr>
        <p:xfrm>
          <a:off x="0" y="-32385"/>
          <a:ext cx="12192000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2490">
                  <a:extLst>
                    <a:ext uri="{9D8B030D-6E8A-4147-A177-3AD203B41FA5}">
                      <a16:colId xmlns:a16="http://schemas.microsoft.com/office/drawing/2014/main" val="3305198255"/>
                    </a:ext>
                  </a:extLst>
                </a:gridCol>
                <a:gridCol w="3203510">
                  <a:extLst>
                    <a:ext uri="{9D8B030D-6E8A-4147-A177-3AD203B41FA5}">
                      <a16:colId xmlns:a16="http://schemas.microsoft.com/office/drawing/2014/main" val="207714691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292046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48330552"/>
                    </a:ext>
                  </a:extLst>
                </a:gridCol>
              </a:tblGrid>
              <a:tr h="3221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硬件总概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显卡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硬盘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END</a:t>
                      </a:r>
                      <a:endParaRPr lang="zh-CN" altLang="en-US" dirty="0">
                        <a:latin typeface="华文琥珀" panose="02010800040101010101" pitchFamily="2" charset="-122"/>
                        <a:ea typeface="华文琥珀" panose="02010800040101010101" pitchFamily="2" charset="-122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411917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0" y="2062067"/>
            <a:ext cx="12192000" cy="1931434"/>
          </a:xfrm>
          <a:prstGeom prst="rect">
            <a:avLst/>
          </a:prstGeom>
          <a:solidFill>
            <a:srgbClr val="A6A6A6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413380" y="2915265"/>
            <a:ext cx="14542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zh-CN" altLang="en-US" dirty="0">
                <a:solidFill>
                  <a:schemeClr val="bg1"/>
                </a:solidFill>
              </a:rPr>
              <a:t>显卡介绍</a:t>
            </a:r>
            <a:endParaRPr lang="en-US" altLang="zh-C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LcParenR"/>
            </a:pPr>
            <a:endParaRPr lang="en-US" altLang="zh-C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lphaLcParenR"/>
            </a:pPr>
            <a:r>
              <a:rPr lang="zh-CN" altLang="en-US" dirty="0">
                <a:solidFill>
                  <a:schemeClr val="bg1"/>
                </a:solidFill>
              </a:rPr>
              <a:t>硬盘介绍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3525" y="2071399"/>
            <a:ext cx="61093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>
                <a:solidFill>
                  <a:schemeClr val="bg1"/>
                </a:solidFill>
              </a:rPr>
              <a:t>给机院的小伙伴们简单介绍下这两个电脑硬件：</a:t>
            </a:r>
          </a:p>
        </p:txBody>
      </p:sp>
      <p:pic>
        <p:nvPicPr>
          <p:cNvPr id="8" name="图形 7" descr="指向右边的反手食指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5370" y="2686465"/>
            <a:ext cx="719789" cy="69046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11" name="图形 10" descr="指向右边的反手食指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5371" y="3303035"/>
            <a:ext cx="719789" cy="69046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  <p:sp>
        <p:nvSpPr>
          <p:cNvPr id="9" name="文本框 8"/>
          <p:cNvSpPr txBox="1"/>
          <p:nvPr/>
        </p:nvSpPr>
        <p:spPr>
          <a:xfrm>
            <a:off x="7579840" y="6061434"/>
            <a:ext cx="461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Ps: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主要从硬件其种类的优缺点来比较介绍。</a:t>
            </a:r>
          </a:p>
        </p:txBody>
      </p:sp>
    </p:spTree>
    <p:extLst>
      <p:ext uri="{BB962C8B-B14F-4D97-AF65-F5344CB8AC3E}">
        <p14:creationId xmlns:p14="http://schemas.microsoft.com/office/powerpoint/2010/main" val="11713297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9" grpId="0"/>
      <p:bldP spid="9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726994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2490">
                  <a:extLst>
                    <a:ext uri="{9D8B030D-6E8A-4147-A177-3AD203B41FA5}">
                      <a16:colId xmlns:a16="http://schemas.microsoft.com/office/drawing/2014/main" val="1317188804"/>
                    </a:ext>
                  </a:extLst>
                </a:gridCol>
                <a:gridCol w="3203510">
                  <a:extLst>
                    <a:ext uri="{9D8B030D-6E8A-4147-A177-3AD203B41FA5}">
                      <a16:colId xmlns:a16="http://schemas.microsoft.com/office/drawing/2014/main" val="365782825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6866252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13666769"/>
                    </a:ext>
                  </a:extLst>
                </a:gridCol>
              </a:tblGrid>
              <a:tr h="3221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硬件总概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显卡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硬盘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END</a:t>
                      </a:r>
                      <a:endParaRPr lang="zh-CN" altLang="en-US" dirty="0">
                        <a:latin typeface="华文琥珀" panose="02010800040101010101" pitchFamily="2" charset="-122"/>
                        <a:ea typeface="华文琥珀" panose="02010800040101010101" pitchFamily="2" charset="-122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783840"/>
                  </a:ext>
                </a:extLst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810" y="2184996"/>
            <a:ext cx="2676380" cy="24561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  <a:reflection blurRad="6350" stA="50000" endA="300" endPos="55500" dist="101600" dir="5400000" sy="-100000" algn="bl" rotWithShape="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5" name="文本框 14"/>
          <p:cNvSpPr txBox="1"/>
          <p:nvPr/>
        </p:nvSpPr>
        <p:spPr>
          <a:xfrm>
            <a:off x="263525" y="1510104"/>
            <a:ext cx="5339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数字信号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转换成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模拟信号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显示出来</a:t>
            </a:r>
            <a:r>
              <a:rPr lang="zh-CN" altLang="en-US" dirty="0"/>
              <a:t>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603448" y="5667673"/>
            <a:ext cx="6417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图像处理能力，协助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工作，提高整体速度</a:t>
            </a:r>
            <a:r>
              <a:rPr lang="zh-CN" altLang="zh-CN" dirty="0">
                <a:solidFill>
                  <a:schemeClr val="bg1">
                    <a:lumMod val="50000"/>
                  </a:schemeClr>
                </a:solidFill>
              </a:rPr>
              <a:t>。</a:t>
            </a:r>
          </a:p>
        </p:txBody>
      </p:sp>
      <p:pic>
        <p:nvPicPr>
          <p:cNvPr id="6" name="图形 5" descr="箭头: 顺时针弯曲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653470" y="2618478"/>
            <a:ext cx="2037184" cy="1768151"/>
          </a:xfrm>
          <a:prstGeom prst="rect">
            <a:avLst/>
          </a:prstGeom>
        </p:spPr>
      </p:pic>
      <p:pic>
        <p:nvPicPr>
          <p:cNvPr id="9" name="图形 8" descr="箭头: 顺时针弯曲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1346" y="2618478"/>
            <a:ext cx="2037184" cy="176815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0888" y="67229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u="sng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显卡功能</a:t>
            </a:r>
          </a:p>
        </p:txBody>
      </p:sp>
      <p:cxnSp>
        <p:nvCxnSpPr>
          <p:cNvPr id="7" name="直接连接符 6"/>
          <p:cNvCxnSpPr>
            <a:cxnSpLocks/>
          </p:cNvCxnSpPr>
          <p:nvPr/>
        </p:nvCxnSpPr>
        <p:spPr>
          <a:xfrm>
            <a:off x="252847" y="1258176"/>
            <a:ext cx="264762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cxnSpLocks/>
          </p:cNvCxnSpPr>
          <p:nvPr/>
        </p:nvCxnSpPr>
        <p:spPr>
          <a:xfrm>
            <a:off x="252847" y="1164823"/>
            <a:ext cx="22378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52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867510"/>
              </p:ext>
            </p:extLst>
          </p:nvPr>
        </p:nvGraphicFramePr>
        <p:xfrm>
          <a:off x="0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2490">
                  <a:extLst>
                    <a:ext uri="{9D8B030D-6E8A-4147-A177-3AD203B41FA5}">
                      <a16:colId xmlns:a16="http://schemas.microsoft.com/office/drawing/2014/main" val="3371989789"/>
                    </a:ext>
                  </a:extLst>
                </a:gridCol>
                <a:gridCol w="3203510">
                  <a:extLst>
                    <a:ext uri="{9D8B030D-6E8A-4147-A177-3AD203B41FA5}">
                      <a16:colId xmlns:a16="http://schemas.microsoft.com/office/drawing/2014/main" val="35296961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2126358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27975251"/>
                    </a:ext>
                  </a:extLst>
                </a:gridCol>
              </a:tblGrid>
              <a:tr h="3221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硬件总概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显卡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硬盘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END</a:t>
                      </a:r>
                      <a:endParaRPr lang="zh-CN" altLang="en-US" dirty="0">
                        <a:latin typeface="华文琥珀" panose="02010800040101010101" pitchFamily="2" charset="-122"/>
                        <a:ea typeface="华文琥珀" panose="02010800040101010101" pitchFamily="2" charset="-122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446045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95F64A50-0A1B-4A40-8C27-4544975E2548}"/>
              </a:ext>
            </a:extLst>
          </p:cNvPr>
          <p:cNvSpPr/>
          <p:nvPr/>
        </p:nvSpPr>
        <p:spPr>
          <a:xfrm>
            <a:off x="308650" y="1393648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分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E3DD37-E126-4664-892C-67F9345D8595}"/>
              </a:ext>
            </a:extLst>
          </p:cNvPr>
          <p:cNvSpPr/>
          <p:nvPr/>
        </p:nvSpPr>
        <p:spPr>
          <a:xfrm>
            <a:off x="865852" y="2630079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类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4A2F4D3-B2FE-4FD8-9470-E5B827352503}"/>
              </a:ext>
            </a:extLst>
          </p:cNvPr>
          <p:cNvGrpSpPr/>
          <p:nvPr/>
        </p:nvGrpSpPr>
        <p:grpSpPr>
          <a:xfrm>
            <a:off x="2052071" y="1582059"/>
            <a:ext cx="7303148" cy="4561931"/>
            <a:chOff x="2444425" y="971355"/>
            <a:chExt cx="7303148" cy="456193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912E980-D308-4B74-AA10-B763100EC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2085" y="971355"/>
              <a:ext cx="2387829" cy="1658724"/>
            </a:xfrm>
            <a:prstGeom prst="rect">
              <a:avLst/>
            </a:prstGeom>
          </p:spPr>
        </p:pic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C19890B-45A7-4589-B078-F798632AAF7A}"/>
                </a:ext>
              </a:extLst>
            </p:cNvPr>
            <p:cNvGrpSpPr/>
            <p:nvPr/>
          </p:nvGrpSpPr>
          <p:grpSpPr>
            <a:xfrm>
              <a:off x="2444425" y="2267637"/>
              <a:ext cx="6798623" cy="3265649"/>
              <a:chOff x="2444425" y="2267637"/>
              <a:chExt cx="6798623" cy="3265649"/>
            </a:xfrm>
          </p:grpSpPr>
          <p:sp>
            <p:nvSpPr>
              <p:cNvPr id="5" name="箭头: 右 4">
                <a:extLst>
                  <a:ext uri="{FF2B5EF4-FFF2-40B4-BE49-F238E27FC236}">
                    <a16:creationId xmlns:a16="http://schemas.microsoft.com/office/drawing/2014/main" id="{2089B131-4B9E-40C0-A561-E24DEC5D79EF}"/>
                  </a:ext>
                </a:extLst>
              </p:cNvPr>
              <p:cNvSpPr/>
              <p:nvPr/>
            </p:nvSpPr>
            <p:spPr>
              <a:xfrm rot="8598939">
                <a:off x="2982442" y="2267637"/>
                <a:ext cx="1755510" cy="1131499"/>
              </a:xfrm>
              <a:prstGeom prst="rightArrow">
                <a:avLst>
                  <a:gd name="adj1" fmla="val 34871"/>
                  <a:gd name="adj2" fmla="val 75257"/>
                </a:avLst>
              </a:prstGeom>
              <a:gradFill flip="none" rotWithShape="1">
                <a:gsLst>
                  <a:gs pos="0">
                    <a:srgbClr val="007AD6"/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89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右 7">
                <a:extLst>
                  <a:ext uri="{FF2B5EF4-FFF2-40B4-BE49-F238E27FC236}">
                    <a16:creationId xmlns:a16="http://schemas.microsoft.com/office/drawing/2014/main" id="{50918CFA-12FD-4153-BF94-69EE61B54D69}"/>
                  </a:ext>
                </a:extLst>
              </p:cNvPr>
              <p:cNvSpPr/>
              <p:nvPr/>
            </p:nvSpPr>
            <p:spPr>
              <a:xfrm rot="5400000">
                <a:off x="5150287" y="2814000"/>
                <a:ext cx="1891425" cy="1219102"/>
              </a:xfrm>
              <a:prstGeom prst="rightArrow">
                <a:avLst>
                  <a:gd name="adj1" fmla="val 34871"/>
                  <a:gd name="adj2" fmla="val 75257"/>
                </a:avLst>
              </a:prstGeom>
              <a:gradFill flip="none" rotWithShape="1">
                <a:gsLst>
                  <a:gs pos="0">
                    <a:srgbClr val="007AD6"/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箭头: 右 8">
                <a:extLst>
                  <a:ext uri="{FF2B5EF4-FFF2-40B4-BE49-F238E27FC236}">
                    <a16:creationId xmlns:a16="http://schemas.microsoft.com/office/drawing/2014/main" id="{733BD498-8A03-4033-8638-E5EBFEBCCA49}"/>
                  </a:ext>
                </a:extLst>
              </p:cNvPr>
              <p:cNvSpPr/>
              <p:nvPr/>
            </p:nvSpPr>
            <p:spPr>
              <a:xfrm rot="2316318">
                <a:off x="7454157" y="2409826"/>
                <a:ext cx="1788891" cy="1153014"/>
              </a:xfrm>
              <a:prstGeom prst="rightArrow">
                <a:avLst>
                  <a:gd name="adj1" fmla="val 34871"/>
                  <a:gd name="adj2" fmla="val 75257"/>
                </a:avLst>
              </a:prstGeom>
              <a:gradFill flip="none" rotWithShape="1">
                <a:gsLst>
                  <a:gs pos="0">
                    <a:srgbClr val="007AD6"/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89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32ACCF3-959D-4D44-82F6-8BA49943DC75}"/>
                  </a:ext>
                </a:extLst>
              </p:cNvPr>
              <p:cNvSpPr txBox="1"/>
              <p:nvPr/>
            </p:nvSpPr>
            <p:spPr>
              <a:xfrm>
                <a:off x="2444425" y="4637178"/>
                <a:ext cx="1415772" cy="461665"/>
              </a:xfrm>
              <a:prstGeom prst="rect">
                <a:avLst/>
              </a:prstGeom>
              <a:noFill/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highlight>
                      <a:srgbClr val="199CFF"/>
                    </a:highlight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核芯显卡</a:t>
                </a: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0D869D7-9ED8-440B-BCA8-A1BC4A1A64DB}"/>
                  </a:ext>
                </a:extLst>
              </p:cNvPr>
              <p:cNvSpPr txBox="1"/>
              <p:nvPr/>
            </p:nvSpPr>
            <p:spPr>
              <a:xfrm>
                <a:off x="5388113" y="5071621"/>
                <a:ext cx="1415772" cy="461665"/>
              </a:xfrm>
              <a:prstGeom prst="rect">
                <a:avLst/>
              </a:prstGeom>
              <a:noFill/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highlight>
                      <a:srgbClr val="199CFF"/>
                    </a:highlight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集成显卡</a:t>
                </a:r>
              </a:p>
            </p:txBody>
          </p:sp>
        </p:grp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2E0185C-2C48-4990-9638-D19BDC5964C5}"/>
                </a:ext>
              </a:extLst>
            </p:cNvPr>
            <p:cNvSpPr txBox="1"/>
            <p:nvPr/>
          </p:nvSpPr>
          <p:spPr>
            <a:xfrm>
              <a:off x="8331801" y="4637177"/>
              <a:ext cx="1415772" cy="461665"/>
            </a:xfrm>
            <a:prstGeom prst="rect">
              <a:avLst/>
            </a:prstGeom>
            <a:noFill/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highlight>
                    <a:srgbClr val="199CFF"/>
                  </a:highlight>
                  <a:latin typeface="华文楷体" panose="02010600040101010101" pitchFamily="2" charset="-122"/>
                  <a:ea typeface="华文楷体" panose="02010600040101010101" pitchFamily="2" charset="-122"/>
                </a:rPr>
                <a:t>独立显卡</a:t>
              </a: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F5A7A440-73FC-46BB-AE89-6C780D6D039B}"/>
              </a:ext>
            </a:extLst>
          </p:cNvPr>
          <p:cNvSpPr/>
          <p:nvPr/>
        </p:nvSpPr>
        <p:spPr>
          <a:xfrm>
            <a:off x="10887565" y="920899"/>
            <a:ext cx="145915" cy="5937101"/>
          </a:xfrm>
          <a:prstGeom prst="rect">
            <a:avLst/>
          </a:prstGeom>
          <a:solidFill>
            <a:srgbClr val="84A2D8"/>
          </a:solidFill>
          <a:ln>
            <a:solidFill>
              <a:srgbClr val="84A2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C1F7E887-113D-4938-881C-4073F4EC127A}"/>
              </a:ext>
            </a:extLst>
          </p:cNvPr>
          <p:cNvSpPr/>
          <p:nvPr/>
        </p:nvSpPr>
        <p:spPr>
          <a:xfrm>
            <a:off x="10881544" y="774983"/>
            <a:ext cx="145915" cy="145917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EC8868-354F-4522-BD8C-21F0E8693788}"/>
              </a:ext>
            </a:extLst>
          </p:cNvPr>
          <p:cNvSpPr/>
          <p:nvPr/>
        </p:nvSpPr>
        <p:spPr>
          <a:xfrm>
            <a:off x="10073378" y="365760"/>
            <a:ext cx="148100" cy="1143341"/>
          </a:xfrm>
          <a:prstGeom prst="rect">
            <a:avLst/>
          </a:prstGeom>
          <a:solidFill>
            <a:srgbClr val="C9E7A7"/>
          </a:solidFill>
          <a:ln>
            <a:solidFill>
              <a:srgbClr val="C9E7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D1AE07-3728-4C90-8137-F68C3C93764E}"/>
              </a:ext>
            </a:extLst>
          </p:cNvPr>
          <p:cNvSpPr/>
          <p:nvPr/>
        </p:nvSpPr>
        <p:spPr>
          <a:xfrm rot="16200000">
            <a:off x="11129079" y="601500"/>
            <a:ext cx="155322" cy="1970524"/>
          </a:xfrm>
          <a:prstGeom prst="rect">
            <a:avLst/>
          </a:prstGeom>
          <a:solidFill>
            <a:srgbClr val="C9E7A7"/>
          </a:solidFill>
          <a:ln>
            <a:solidFill>
              <a:srgbClr val="C9E7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4C0BB9C5-F5E2-4D59-AEF1-535DF2C83FDE}"/>
              </a:ext>
            </a:extLst>
          </p:cNvPr>
          <p:cNvSpPr/>
          <p:nvPr/>
        </p:nvSpPr>
        <p:spPr>
          <a:xfrm rot="10800000">
            <a:off x="10072552" y="1509100"/>
            <a:ext cx="145915" cy="145917"/>
          </a:xfrm>
          <a:prstGeom prst="triangle">
            <a:avLst>
              <a:gd name="adj" fmla="val 0"/>
            </a:avLst>
          </a:prstGeom>
          <a:solidFill>
            <a:srgbClr val="70AC2E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8C1A37-E0FE-43DA-AFC2-87EB931FCF08}"/>
              </a:ext>
            </a:extLst>
          </p:cNvPr>
          <p:cNvSpPr/>
          <p:nvPr/>
        </p:nvSpPr>
        <p:spPr>
          <a:xfrm rot="5400000">
            <a:off x="5367814" y="-4592831"/>
            <a:ext cx="145914" cy="10881545"/>
          </a:xfrm>
          <a:prstGeom prst="rect">
            <a:avLst/>
          </a:prstGeom>
          <a:solidFill>
            <a:srgbClr val="84A2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23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5483ED8-645A-4C81-B4C5-616F8F81CAB0}"/>
              </a:ext>
            </a:extLst>
          </p:cNvPr>
          <p:cNvSpPr txBox="1"/>
          <p:nvPr/>
        </p:nvSpPr>
        <p:spPr>
          <a:xfrm>
            <a:off x="4389483" y="851011"/>
            <a:ext cx="5109091" cy="156966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9600" dirty="0">
                <a:solidFill>
                  <a:srgbClr val="FBE2D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核芯显卡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472081"/>
              </p:ext>
            </p:extLst>
          </p:nvPr>
        </p:nvGraphicFramePr>
        <p:xfrm>
          <a:off x="0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2490">
                  <a:extLst>
                    <a:ext uri="{9D8B030D-6E8A-4147-A177-3AD203B41FA5}">
                      <a16:colId xmlns:a16="http://schemas.microsoft.com/office/drawing/2014/main" val="3158134616"/>
                    </a:ext>
                  </a:extLst>
                </a:gridCol>
                <a:gridCol w="3203510">
                  <a:extLst>
                    <a:ext uri="{9D8B030D-6E8A-4147-A177-3AD203B41FA5}">
                      <a16:colId xmlns:a16="http://schemas.microsoft.com/office/drawing/2014/main" val="335515730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0997873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13747638"/>
                    </a:ext>
                  </a:extLst>
                </a:gridCol>
              </a:tblGrid>
              <a:tr h="3221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硬件总概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显卡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硬盘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END</a:t>
                      </a:r>
                      <a:endParaRPr lang="zh-CN" altLang="en-US" dirty="0">
                        <a:latin typeface="华文琥珀" panose="02010800040101010101" pitchFamily="2" charset="-122"/>
                        <a:ea typeface="华文琥珀" panose="02010800040101010101" pitchFamily="2" charset="-122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921475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68" y="722599"/>
            <a:ext cx="2816679" cy="20674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355537572"/>
              </p:ext>
            </p:extLst>
          </p:nvPr>
        </p:nvGraphicFramePr>
        <p:xfrm>
          <a:off x="3986829" y="2110263"/>
          <a:ext cx="776225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796364" y="1635841"/>
            <a:ext cx="22953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ED7D3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核芯显卡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5F3178-8A2B-47C0-8C09-B2ABDD668854}"/>
              </a:ext>
            </a:extLst>
          </p:cNvPr>
          <p:cNvSpPr txBox="1"/>
          <p:nvPr/>
        </p:nvSpPr>
        <p:spPr>
          <a:xfrm>
            <a:off x="395963" y="3822308"/>
            <a:ext cx="3261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将图形核心与处理核心整合在</a:t>
            </a:r>
            <a:r>
              <a:rPr lang="zh-CN" altLang="zh-CN" sz="2000" u="sng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同一块</a:t>
            </a:r>
            <a:r>
              <a:rPr lang="zh-CN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基板上</a:t>
            </a:r>
            <a:r>
              <a:rPr lang="zh-CN" altLang="zh-CN" sz="2000" dirty="0"/>
              <a:t>。</a:t>
            </a:r>
            <a:endParaRPr lang="zh-CN" altLang="en-US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B85B77-676D-4A53-94DA-1B7451B32BE4}"/>
              </a:ext>
            </a:extLst>
          </p:cNvPr>
          <p:cNvSpPr/>
          <p:nvPr/>
        </p:nvSpPr>
        <p:spPr>
          <a:xfrm>
            <a:off x="4494179" y="2343727"/>
            <a:ext cx="7697821" cy="15628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6642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Graphic spid="4" grpId="0">
        <p:bldAsOne/>
      </p:bldGraphic>
      <p:bldP spid="5" grpId="0"/>
      <p:bldP spid="6" grpId="0"/>
      <p:bldP spid="6" grpId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BD5E990-9BE7-41E5-B02F-8B894075D648}"/>
              </a:ext>
            </a:extLst>
          </p:cNvPr>
          <p:cNvSpPr txBox="1"/>
          <p:nvPr/>
        </p:nvSpPr>
        <p:spPr>
          <a:xfrm>
            <a:off x="1233864" y="3793902"/>
            <a:ext cx="800219" cy="214417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4000" dirty="0">
                <a:ln w="127000">
                  <a:solidFill>
                    <a:srgbClr val="92D050"/>
                  </a:solidFill>
                </a:ln>
                <a:solidFill>
                  <a:srgbClr val="FF0000"/>
                </a:solidFill>
              </a:rPr>
              <a:t>集成显卡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33" y="820424"/>
            <a:ext cx="3114157" cy="233561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文本框 2"/>
          <p:cNvSpPr txBox="1"/>
          <p:nvPr/>
        </p:nvSpPr>
        <p:spPr>
          <a:xfrm>
            <a:off x="1233864" y="3793901"/>
            <a:ext cx="800219" cy="214417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</a:rPr>
              <a:t>集成显卡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036064"/>
              </p:ext>
            </p:extLst>
          </p:nvPr>
        </p:nvGraphicFramePr>
        <p:xfrm>
          <a:off x="0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2490">
                  <a:extLst>
                    <a:ext uri="{9D8B030D-6E8A-4147-A177-3AD203B41FA5}">
                      <a16:colId xmlns:a16="http://schemas.microsoft.com/office/drawing/2014/main" val="2224609550"/>
                    </a:ext>
                  </a:extLst>
                </a:gridCol>
                <a:gridCol w="3203510">
                  <a:extLst>
                    <a:ext uri="{9D8B030D-6E8A-4147-A177-3AD203B41FA5}">
                      <a16:colId xmlns:a16="http://schemas.microsoft.com/office/drawing/2014/main" val="285134069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5654583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34866987"/>
                    </a:ext>
                  </a:extLst>
                </a:gridCol>
              </a:tblGrid>
              <a:tr h="3221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硬件总概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显卡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硬盘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END</a:t>
                      </a:r>
                      <a:endParaRPr lang="zh-CN" altLang="en-US" dirty="0">
                        <a:latin typeface="华文琥珀" panose="02010800040101010101" pitchFamily="2" charset="-122"/>
                        <a:ea typeface="华文琥珀" panose="02010800040101010101" pitchFamily="2" charset="-122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724973"/>
                  </a:ext>
                </a:extLst>
              </a:tr>
            </a:tbl>
          </a:graphicData>
        </a:graphic>
      </p:graphicFrame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343278494"/>
              </p:ext>
            </p:extLst>
          </p:nvPr>
        </p:nvGraphicFramePr>
        <p:xfrm>
          <a:off x="3621088" y="71067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CCF15947-2BCC-4FD6-9F90-3B1728E5E5FA}"/>
              </a:ext>
            </a:extLst>
          </p:cNvPr>
          <p:cNvSpPr txBox="1"/>
          <p:nvPr/>
        </p:nvSpPr>
        <p:spPr>
          <a:xfrm>
            <a:off x="2587389" y="4081159"/>
            <a:ext cx="19702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将显示芯片、显存及其相关电路都集成在</a:t>
            </a:r>
            <a:r>
              <a:rPr lang="zh-CN" altLang="en-US" sz="2400" u="sng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主板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上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534394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2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2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accel="1000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accel="1000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Graphic spid="5" grpId="0">
        <p:bldAsOne/>
      </p:bldGraphic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693385"/>
              </p:ext>
            </p:extLst>
          </p:nvPr>
        </p:nvGraphicFramePr>
        <p:xfrm>
          <a:off x="0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2490">
                  <a:extLst>
                    <a:ext uri="{9D8B030D-6E8A-4147-A177-3AD203B41FA5}">
                      <a16:colId xmlns:a16="http://schemas.microsoft.com/office/drawing/2014/main" val="2926048292"/>
                    </a:ext>
                  </a:extLst>
                </a:gridCol>
                <a:gridCol w="3203510">
                  <a:extLst>
                    <a:ext uri="{9D8B030D-6E8A-4147-A177-3AD203B41FA5}">
                      <a16:colId xmlns:a16="http://schemas.microsoft.com/office/drawing/2014/main" val="73477933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4066438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97488275"/>
                    </a:ext>
                  </a:extLst>
                </a:gridCol>
              </a:tblGrid>
              <a:tr h="3221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硬件总概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显卡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硬盘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END</a:t>
                      </a:r>
                      <a:endParaRPr lang="zh-CN" altLang="en-US" dirty="0">
                        <a:latin typeface="华文琥珀" panose="02010800040101010101" pitchFamily="2" charset="-122"/>
                        <a:ea typeface="华文琥珀" panose="02010800040101010101" pitchFamily="2" charset="-122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34477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5" y="3953461"/>
            <a:ext cx="3552695" cy="19042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文本框 3"/>
          <p:cNvSpPr txBox="1"/>
          <p:nvPr/>
        </p:nvSpPr>
        <p:spPr>
          <a:xfrm rot="1735948">
            <a:off x="9453178" y="1183316"/>
            <a:ext cx="2236510" cy="707886"/>
          </a:xfrm>
          <a:prstGeom prst="rect">
            <a:avLst/>
          </a:prstGeom>
          <a:noFill/>
          <a:effectLst>
            <a:reflection blurRad="6350" stA="50000" endA="300" endPos="55000" dir="5400000" sy="-100000" algn="bl" rotWithShape="0"/>
          </a:effectLst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ED7D31"/>
                </a:solidFill>
              </a:rPr>
              <a:t>独立显卡</a:t>
            </a: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3685955270"/>
              </p:ext>
            </p:extLst>
          </p:nvPr>
        </p:nvGraphicFramePr>
        <p:xfrm>
          <a:off x="3613020" y="2108569"/>
          <a:ext cx="4965959" cy="1818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文本框 7"/>
          <p:cNvSpPr txBox="1"/>
          <p:nvPr/>
        </p:nvSpPr>
        <p:spPr>
          <a:xfrm rot="10800000" flipV="1">
            <a:off x="1469206" y="1996595"/>
            <a:ext cx="2143814" cy="1061829"/>
          </a:xfrm>
          <a:prstGeom prst="rect">
            <a:avLst/>
          </a:prstGeom>
          <a:solidFill>
            <a:srgbClr val="ED7D31"/>
          </a:solidFill>
        </p:spPr>
        <p:txBody>
          <a:bodyPr wrap="square" rtlCol="0">
            <a:spAutoFit/>
          </a:bodyPr>
          <a:lstStyle/>
          <a:p>
            <a:pPr marL="342900" indent="-342900" algn="r">
              <a:buFont typeface="+mj-lt"/>
              <a:buAutoNum type="alphaLcPeriod"/>
            </a:pPr>
            <a:r>
              <a:rPr lang="zh-CN" altLang="zh-CN" dirty="0">
                <a:solidFill>
                  <a:schemeClr val="bg2">
                    <a:lumMod val="25000"/>
                  </a:schemeClr>
                </a:solidFill>
              </a:rPr>
              <a:t>单独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显存。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 algn="r">
              <a:lnSpc>
                <a:spcPct val="150000"/>
              </a:lnSpc>
              <a:buFont typeface="+mj-lt"/>
              <a:buAutoNum type="alphaLcPeriod"/>
            </a:pPr>
            <a:r>
              <a:rPr lang="zh-CN" altLang="zh-CN" dirty="0">
                <a:solidFill>
                  <a:schemeClr val="bg2">
                    <a:lumMod val="25000"/>
                  </a:schemeClr>
                </a:solidFill>
              </a:rPr>
              <a:t>不占用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系统内存。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 algn="r">
              <a:buFont typeface="+mj-lt"/>
              <a:buAutoNum type="alphaLcPeriod"/>
            </a:pPr>
            <a:r>
              <a:rPr lang="zh-CN" altLang="zh-CN" dirty="0">
                <a:solidFill>
                  <a:schemeClr val="bg2">
                    <a:lumMod val="25000"/>
                  </a:schemeClr>
                </a:solidFill>
              </a:rPr>
              <a:t>易硬件升级。</a:t>
            </a:r>
            <a:endParaRPr lang="zh-CN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78979" y="2868114"/>
            <a:ext cx="1685077" cy="1338828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lphaLcPeriod"/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功耗</a:t>
            </a:r>
            <a:r>
              <a:rPr lang="zh-CN" altLang="zh-CN" dirty="0">
                <a:solidFill>
                  <a:schemeClr val="bg2">
                    <a:lumMod val="25000"/>
                  </a:schemeClr>
                </a:solidFill>
              </a:rPr>
              <a:t>大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。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LcPeriod"/>
            </a:pPr>
            <a:r>
              <a:rPr lang="zh-CN" altLang="zh-CN" dirty="0">
                <a:solidFill>
                  <a:schemeClr val="bg2">
                    <a:lumMod val="25000"/>
                  </a:schemeClr>
                </a:solidFill>
              </a:rPr>
              <a:t>发热量大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。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lphaLcPeriod"/>
            </a:pPr>
            <a:r>
              <a:rPr lang="zh-CN" altLang="zh-CN" dirty="0">
                <a:solidFill>
                  <a:schemeClr val="bg2">
                    <a:lumMod val="25000"/>
                  </a:schemeClr>
                </a:solidFill>
              </a:rPr>
              <a:t>价格稍贵。</a:t>
            </a:r>
            <a:endParaRPr lang="zh-CN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B9A30B-77C9-41D8-8770-29CEA8D54446}"/>
              </a:ext>
            </a:extLst>
          </p:cNvPr>
          <p:cNvSpPr txBox="1"/>
          <p:nvPr/>
        </p:nvSpPr>
        <p:spPr>
          <a:xfrm>
            <a:off x="3544478" y="5167140"/>
            <a:ext cx="6596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将显示芯片、显存及其相关电路</a:t>
            </a:r>
            <a:r>
              <a:rPr lang="zh-CN" altLang="en-US" sz="2000" u="sng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单独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做在一块电路板上。</a:t>
            </a:r>
          </a:p>
        </p:txBody>
      </p:sp>
    </p:spTree>
    <p:extLst>
      <p:ext uri="{BB962C8B-B14F-4D97-AF65-F5344CB8AC3E}">
        <p14:creationId xmlns:p14="http://schemas.microsoft.com/office/powerpoint/2010/main" val="1080069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59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81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81" tmFilter="0, 0; 0.125,0.2665; 0.25,0.4; 0.375,0.465; 0.5,0.5;  0.625,0.535; 0.75,0.6; 0.875,0.7335; 1,1">
                                          <p:stCondLst>
                                            <p:cond delay="581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90" tmFilter="0, 0; 0.125,0.2665; 0.25,0.4; 0.375,0.465; 0.5,0.5;  0.625,0.535; 0.75,0.6; 0.875,0.7335; 1,1">
                                          <p:stCondLst>
                                            <p:cond delay="115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44" tmFilter="0, 0; 0.125,0.2665; 0.25,0.4; 0.375,0.465; 0.5,0.5;  0.625,0.535; 0.75,0.6; 0.875,0.7335; 1,1">
                                          <p:stCondLst>
                                            <p:cond delay="14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3">
                                          <p:stCondLst>
                                            <p:cond delay="56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45" decel="50000">
                                          <p:stCondLst>
                                            <p:cond delay="59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3">
                                          <p:stCondLst>
                                            <p:cond delay="114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45" decel="50000">
                                          <p:stCondLst>
                                            <p:cond delay="1171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3">
                                          <p:stCondLst>
                                            <p:cond delay="1437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45" decel="50000">
                                          <p:stCondLst>
                                            <p:cond delay="145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3">
                                          <p:stCondLst>
                                            <p:cond delay="158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45" decel="50000">
                                          <p:stCondLst>
                                            <p:cond delay="160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7" grpId="0">
        <p:bldAsOne/>
      </p:bldGraphic>
      <p:bldP spid="8" grpId="0" animBg="1"/>
      <p:bldP spid="9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814897"/>
              </p:ext>
            </p:extLst>
          </p:nvPr>
        </p:nvGraphicFramePr>
        <p:xfrm>
          <a:off x="0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2490">
                  <a:extLst>
                    <a:ext uri="{9D8B030D-6E8A-4147-A177-3AD203B41FA5}">
                      <a16:colId xmlns:a16="http://schemas.microsoft.com/office/drawing/2014/main" val="4071092711"/>
                    </a:ext>
                  </a:extLst>
                </a:gridCol>
                <a:gridCol w="3203510">
                  <a:extLst>
                    <a:ext uri="{9D8B030D-6E8A-4147-A177-3AD203B41FA5}">
                      <a16:colId xmlns:a16="http://schemas.microsoft.com/office/drawing/2014/main" val="96500984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0707871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92338412"/>
                    </a:ext>
                  </a:extLst>
                </a:gridCol>
              </a:tblGrid>
              <a:tr h="3221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硬件总概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显卡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硬盘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END</a:t>
                      </a:r>
                      <a:endParaRPr lang="zh-CN" altLang="en-US" dirty="0">
                        <a:latin typeface="华文琥珀" panose="02010800040101010101" pitchFamily="2" charset="-122"/>
                        <a:ea typeface="华文琥珀" panose="02010800040101010101" pitchFamily="2" charset="-122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9340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63525" y="1102088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ED7D31"/>
                </a:solidFill>
              </a:rPr>
              <a:t>硬盘</a:t>
            </a:r>
            <a:r>
              <a:rPr lang="zh-CN" altLang="en-US" sz="2800" b="1" dirty="0">
                <a:solidFill>
                  <a:srgbClr val="ED7D31"/>
                </a:solidFill>
              </a:rPr>
              <a:t>：</a:t>
            </a:r>
            <a:r>
              <a:rPr lang="zh-CN" altLang="zh-CN" sz="2800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电脑存储</a:t>
            </a:r>
            <a:r>
              <a:rPr lang="zh-CN" altLang="en-US" sz="2800" dirty="0">
                <a:solidFill>
                  <a:srgbClr val="ED7D3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媒介</a:t>
            </a:r>
            <a:r>
              <a:rPr lang="zh-CN" altLang="en-US" sz="2800" dirty="0">
                <a:solidFill>
                  <a:srgbClr val="ED7D31"/>
                </a:solidFill>
              </a:rPr>
              <a:t>。</a:t>
            </a:r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4105916811"/>
              </p:ext>
            </p:extLst>
          </p:nvPr>
        </p:nvGraphicFramePr>
        <p:xfrm>
          <a:off x="4308272" y="71067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矩形 6"/>
          <p:cNvSpPr/>
          <p:nvPr/>
        </p:nvSpPr>
        <p:spPr>
          <a:xfrm rot="20289580">
            <a:off x="1824719" y="2958339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分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 rot="18784620">
            <a:off x="2719931" y="4348265"/>
            <a:ext cx="8771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类</a:t>
            </a:r>
          </a:p>
        </p:txBody>
      </p:sp>
    </p:spTree>
    <p:extLst>
      <p:ext uri="{BB962C8B-B14F-4D97-AF65-F5344CB8AC3E}">
        <p14:creationId xmlns:p14="http://schemas.microsoft.com/office/powerpoint/2010/main" val="344298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6" grpId="0">
        <p:bldAsOne/>
      </p:bldGraphic>
      <p:bldP spid="7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479542"/>
              </p:ext>
            </p:extLst>
          </p:nvPr>
        </p:nvGraphicFramePr>
        <p:xfrm>
          <a:off x="0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2490">
                  <a:extLst>
                    <a:ext uri="{9D8B030D-6E8A-4147-A177-3AD203B41FA5}">
                      <a16:colId xmlns:a16="http://schemas.microsoft.com/office/drawing/2014/main" val="2680569609"/>
                    </a:ext>
                  </a:extLst>
                </a:gridCol>
                <a:gridCol w="3203510">
                  <a:extLst>
                    <a:ext uri="{9D8B030D-6E8A-4147-A177-3AD203B41FA5}">
                      <a16:colId xmlns:a16="http://schemas.microsoft.com/office/drawing/2014/main" val="288995466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6998259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91084973"/>
                    </a:ext>
                  </a:extLst>
                </a:gridCol>
              </a:tblGrid>
              <a:tr h="3221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硬件总概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显卡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硬盘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END</a:t>
                      </a:r>
                      <a:endParaRPr lang="zh-CN" altLang="en-US" dirty="0">
                        <a:latin typeface="华文琥珀" panose="02010800040101010101" pitchFamily="2" charset="-122"/>
                        <a:ea typeface="华文琥珀" panose="02010800040101010101" pitchFamily="2" charset="-122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544839"/>
                  </a:ext>
                </a:extLst>
              </a:tr>
            </a:tbl>
          </a:graphicData>
        </a:graphic>
      </p:graphicFrame>
      <p:pic>
        <p:nvPicPr>
          <p:cNvPr id="10" name="图形 9" descr="跑步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418" y="838199"/>
            <a:ext cx="693847" cy="69384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10264" y="98506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92D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读写速度快</a:t>
            </a:r>
            <a:endParaRPr lang="en-US" altLang="zh-CN" sz="2000" b="1" dirty="0">
              <a:solidFill>
                <a:srgbClr val="92D05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2" name="图形 11" descr="建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418" y="1920259"/>
            <a:ext cx="804124" cy="804124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309396" y="2522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065633" y="2122266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b="1" dirty="0">
                <a:solidFill>
                  <a:srgbClr val="92D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防震抗摔</a:t>
            </a:r>
            <a:endParaRPr lang="zh-CN" altLang="en-US" sz="2000" dirty="0">
              <a:solidFill>
                <a:srgbClr val="92D05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0" name="图形 19" descr="枞树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6078" y="3112596"/>
            <a:ext cx="914400" cy="9144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065633" y="3259464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b="1" dirty="0">
                <a:solidFill>
                  <a:srgbClr val="92D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低功耗无噪音</a:t>
            </a:r>
            <a:endParaRPr lang="zh-CN" altLang="en-US" sz="2000" dirty="0">
              <a:solidFill>
                <a:srgbClr val="92D05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 rot="2276979">
            <a:off x="8970022" y="1460857"/>
            <a:ext cx="2247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>
                    <a:lumMod val="50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固态硬盘</a:t>
            </a:r>
            <a:endParaRPr lang="en-US" altLang="zh-CN" sz="3600" b="1" dirty="0">
              <a:solidFill>
                <a:schemeClr val="bg1">
                  <a:lumMod val="50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6" name="图形 25" descr="困惑的脸，没有填充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86800" y="4005350"/>
            <a:ext cx="914400" cy="9144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9743766" y="426249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92D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容量小</a:t>
            </a:r>
          </a:p>
        </p:txBody>
      </p:sp>
      <p:pic>
        <p:nvPicPr>
          <p:cNvPr id="28" name="图形 27" descr="计算器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86800" y="5176921"/>
            <a:ext cx="914400" cy="9144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9743766" y="5439439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92D05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售价高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863" y="2429711"/>
            <a:ext cx="2470274" cy="1832784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5" name="AutoShape 2" descr="http://img0.imgtn.bdimg.com/it/u=2462872298,1818604792&amp;fm=27&amp;gp=0.jpg"/>
          <p:cNvSpPr>
            <a:spLocks noChangeAspect="1" noChangeArrowheads="1"/>
          </p:cNvSpPr>
          <p:nvPr/>
        </p:nvSpPr>
        <p:spPr bwMode="auto">
          <a:xfrm>
            <a:off x="5943599" y="3276599"/>
            <a:ext cx="1761931" cy="176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62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7" grpId="0"/>
      <p:bldP spid="21" grpId="0"/>
      <p:bldP spid="22" grpId="0"/>
      <p:bldP spid="27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/>
          <p:cNvSpPr/>
          <p:nvPr/>
        </p:nvSpPr>
        <p:spPr>
          <a:xfrm rot="5400000">
            <a:off x="5523301" y="2148749"/>
            <a:ext cx="4171397" cy="2605836"/>
          </a:xfrm>
          <a:prstGeom prst="roundRect">
            <a:avLst/>
          </a:prstGeom>
          <a:gradFill flip="none" rotWithShape="1">
            <a:gsLst>
              <a:gs pos="1000">
                <a:srgbClr val="ED7D31"/>
              </a:gs>
              <a:gs pos="49000">
                <a:srgbClr val="F6BE98"/>
              </a:gs>
              <a:gs pos="95000">
                <a:schemeClr val="bg1"/>
              </a:gs>
            </a:gsLst>
            <a:lin ang="0" scaled="1"/>
            <a:tileRect/>
          </a:gra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/>
          <p:cNvSpPr/>
          <p:nvPr/>
        </p:nvSpPr>
        <p:spPr>
          <a:xfrm>
            <a:off x="6830008" y="1135135"/>
            <a:ext cx="1486877" cy="499423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263525" y="3931543"/>
            <a:ext cx="4171397" cy="2197795"/>
          </a:xfrm>
          <a:prstGeom prst="roundRect">
            <a:avLst/>
          </a:prstGeom>
          <a:gradFill flip="none" rotWithShape="1">
            <a:gsLst>
              <a:gs pos="1000">
                <a:srgbClr val="ED7D31"/>
              </a:gs>
              <a:gs pos="49000">
                <a:srgbClr val="F6BE98"/>
              </a:gs>
              <a:gs pos="95000">
                <a:schemeClr val="bg1"/>
              </a:gs>
            </a:gsLst>
            <a:lin ang="0" scaled="1"/>
            <a:tileRect/>
          </a:gra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263525" y="528926"/>
            <a:ext cx="4171397" cy="2197795"/>
          </a:xfrm>
          <a:prstGeom prst="roundRect">
            <a:avLst/>
          </a:prstGeom>
          <a:gradFill flip="none" rotWithShape="1">
            <a:gsLst>
              <a:gs pos="1000">
                <a:srgbClr val="ED7D31"/>
              </a:gs>
              <a:gs pos="49000">
                <a:srgbClr val="F6BE98"/>
              </a:gs>
              <a:gs pos="95000">
                <a:schemeClr val="bg1"/>
              </a:gs>
            </a:gsLst>
            <a:lin ang="2700000" scaled="1"/>
            <a:tileRect/>
          </a:gra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343828"/>
              </p:ext>
            </p:extLst>
          </p:nvPr>
        </p:nvGraphicFramePr>
        <p:xfrm>
          <a:off x="0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2490">
                  <a:extLst>
                    <a:ext uri="{9D8B030D-6E8A-4147-A177-3AD203B41FA5}">
                      <a16:colId xmlns:a16="http://schemas.microsoft.com/office/drawing/2014/main" val="1463362718"/>
                    </a:ext>
                  </a:extLst>
                </a:gridCol>
                <a:gridCol w="3203510">
                  <a:extLst>
                    <a:ext uri="{9D8B030D-6E8A-4147-A177-3AD203B41FA5}">
                      <a16:colId xmlns:a16="http://schemas.microsoft.com/office/drawing/2014/main" val="398937385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6043269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86629087"/>
                    </a:ext>
                  </a:extLst>
                </a:gridCol>
              </a:tblGrid>
              <a:tr h="3221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硬件总概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显卡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硬盘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END</a:t>
                      </a:r>
                      <a:endParaRPr lang="zh-CN" altLang="en-US" dirty="0">
                        <a:latin typeface="华文琥珀" panose="02010800040101010101" pitchFamily="2" charset="-122"/>
                        <a:ea typeface="华文琥珀" panose="02010800040101010101" pitchFamily="2" charset="-122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469268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19" y="736151"/>
            <a:ext cx="2396737" cy="179681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938106" y="136596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8A8A8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固态硬盘</a:t>
            </a:r>
            <a:endParaRPr lang="en-US" altLang="zh-CN" sz="2400" dirty="0">
              <a:solidFill>
                <a:srgbClr val="8A8A8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5" y="4370319"/>
            <a:ext cx="2396738" cy="14215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99184" y="461943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8A8A8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机械硬盘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85159" y="1796504"/>
            <a:ext cx="13676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读写速度</a:t>
            </a:r>
            <a:r>
              <a:rPr lang="zh-CN" altLang="en-US" u="sng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快</a:t>
            </a:r>
            <a:endParaRPr lang="en-US" altLang="zh-CN" u="sng" dirty="0">
              <a:solidFill>
                <a:srgbClr val="ED7D3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容量</a:t>
            </a:r>
            <a:r>
              <a:rPr lang="zh-CN" altLang="en-US" u="sng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</a:t>
            </a:r>
            <a:endParaRPr lang="en-US" altLang="zh-CN" u="sng" dirty="0">
              <a:solidFill>
                <a:srgbClr val="ED7D3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售价</a:t>
            </a:r>
            <a:r>
              <a:rPr lang="zh-CN" altLang="en-US" u="sng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799184" y="5144614"/>
            <a:ext cx="13388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读写速度</a:t>
            </a:r>
            <a:r>
              <a:rPr lang="zh-CN" altLang="en-US" u="sng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慢</a:t>
            </a:r>
            <a:endParaRPr lang="en-US" altLang="zh-CN" u="sng" dirty="0">
              <a:solidFill>
                <a:srgbClr val="ED7D3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容量</a:t>
            </a:r>
            <a:r>
              <a:rPr lang="zh-CN" altLang="en-US" u="sng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大</a:t>
            </a:r>
            <a:endParaRPr lang="en-US" altLang="zh-CN" u="sng" dirty="0">
              <a:solidFill>
                <a:srgbClr val="ED7D3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售价</a:t>
            </a:r>
            <a:r>
              <a:rPr lang="zh-CN" altLang="en-US" u="sng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低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119" y="2437455"/>
            <a:ext cx="1608439" cy="2098282"/>
          </a:xfrm>
          <a:prstGeom prst="rect">
            <a:avLst/>
          </a:prstGeom>
        </p:spPr>
      </p:pic>
      <p:pic>
        <p:nvPicPr>
          <p:cNvPr id="9" name="图形 8" descr="箭头: 顺时针弯曲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4480500" y="2879865"/>
            <a:ext cx="1447184" cy="2132160"/>
          </a:xfrm>
          <a:prstGeom prst="rect">
            <a:avLst/>
          </a:prstGeom>
        </p:spPr>
      </p:pic>
      <p:pic>
        <p:nvPicPr>
          <p:cNvPr id="16" name="图形 15" descr="箭头: 顺时针弯曲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 flipV="1">
            <a:off x="4541270" y="1832249"/>
            <a:ext cx="1325644" cy="21321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401278" y="2484994"/>
            <a:ext cx="600164" cy="219066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集两种硬盘</a:t>
            </a:r>
            <a:r>
              <a:rPr lang="zh-CN" altLang="en-US" u="sng" dirty="0">
                <a:solidFill>
                  <a:srgbClr val="ED7D3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优点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865560" y="114429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8A8A8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混合硬盘</a:t>
            </a:r>
          </a:p>
        </p:txBody>
      </p:sp>
    </p:spTree>
    <p:extLst>
      <p:ext uri="{BB962C8B-B14F-4D97-AF65-F5344CB8AC3E}">
        <p14:creationId xmlns:p14="http://schemas.microsoft.com/office/powerpoint/2010/main" val="366569760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4" grpId="0" animBg="1"/>
      <p:bldP spid="17" grpId="0" animBg="1"/>
      <p:bldP spid="11" grpId="0" animBg="1"/>
      <p:bldP spid="4" grpId="0"/>
      <p:bldP spid="6" grpId="0"/>
      <p:bldP spid="7" grpId="0"/>
      <p:bldP spid="8" grpId="0"/>
      <p:bldP spid="10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CD0D52A-C864-45D4-AC0B-77F78D9CE9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42"/>
          <a:stretch/>
        </p:blipFill>
        <p:spPr>
          <a:xfrm>
            <a:off x="0" y="182880"/>
            <a:ext cx="12192000" cy="6766560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015884"/>
              </p:ext>
            </p:extLst>
          </p:nvPr>
        </p:nvGraphicFramePr>
        <p:xfrm>
          <a:off x="0" y="0"/>
          <a:ext cx="12192000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2490">
                  <a:extLst>
                    <a:ext uri="{9D8B030D-6E8A-4147-A177-3AD203B41FA5}">
                      <a16:colId xmlns:a16="http://schemas.microsoft.com/office/drawing/2014/main" val="917420574"/>
                    </a:ext>
                  </a:extLst>
                </a:gridCol>
                <a:gridCol w="3203510">
                  <a:extLst>
                    <a:ext uri="{9D8B030D-6E8A-4147-A177-3AD203B41FA5}">
                      <a16:colId xmlns:a16="http://schemas.microsoft.com/office/drawing/2014/main" val="19590466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7867917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87683258"/>
                    </a:ext>
                  </a:extLst>
                </a:gridCol>
              </a:tblGrid>
              <a:tr h="32217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硬件总概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显卡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硬盘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华文琥珀" panose="02010800040101010101" pitchFamily="2" charset="-122"/>
                          <a:ea typeface="华文琥珀" panose="02010800040101010101" pitchFamily="2" charset="-122"/>
                        </a:rPr>
                        <a:t>END</a:t>
                      </a:r>
                      <a:endParaRPr lang="zh-CN" altLang="en-US" dirty="0">
                        <a:latin typeface="华文琥珀" panose="02010800040101010101" pitchFamily="2" charset="-122"/>
                        <a:ea typeface="华文琥珀" panose="02010800040101010101" pitchFamily="2" charset="-122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31671"/>
                  </a:ext>
                </a:extLst>
              </a:tr>
            </a:tbl>
          </a:graphicData>
        </a:graphic>
      </p:graphicFrame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B6CF8D75-F065-4987-95DF-795CF33DD58C}"/>
              </a:ext>
            </a:extLst>
          </p:cNvPr>
          <p:cNvSpPr/>
          <p:nvPr/>
        </p:nvSpPr>
        <p:spPr>
          <a:xfrm>
            <a:off x="0" y="36576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515" y="3267634"/>
                </a:moveTo>
                <a:cubicBezTo>
                  <a:pt x="7598093" y="3267634"/>
                  <a:pt x="7578899" y="3277656"/>
                  <a:pt x="7562931" y="3297700"/>
                </a:cubicBezTo>
                <a:cubicBezTo>
                  <a:pt x="7546964" y="3317744"/>
                  <a:pt x="7538981" y="3338637"/>
                  <a:pt x="7538981" y="3360379"/>
                </a:cubicBezTo>
                <a:cubicBezTo>
                  <a:pt x="7538981" y="3392993"/>
                  <a:pt x="7565479" y="3418132"/>
                  <a:pt x="7618476" y="3435798"/>
                </a:cubicBezTo>
                <a:cubicBezTo>
                  <a:pt x="7671474" y="3453464"/>
                  <a:pt x="7727528" y="3475546"/>
                  <a:pt x="7786640" y="3502044"/>
                </a:cubicBezTo>
                <a:cubicBezTo>
                  <a:pt x="7815177" y="3514275"/>
                  <a:pt x="7839977" y="3520390"/>
                  <a:pt x="7861040" y="3520390"/>
                </a:cubicBezTo>
                <a:cubicBezTo>
                  <a:pt x="7889577" y="3520390"/>
                  <a:pt x="7911829" y="3508839"/>
                  <a:pt x="7927796" y="3485738"/>
                </a:cubicBezTo>
                <a:cubicBezTo>
                  <a:pt x="7943763" y="3462636"/>
                  <a:pt x="7951747" y="3440214"/>
                  <a:pt x="7951747" y="3418472"/>
                </a:cubicBezTo>
                <a:cubicBezTo>
                  <a:pt x="7951747" y="3393332"/>
                  <a:pt x="7939687" y="3372439"/>
                  <a:pt x="7915566" y="3355793"/>
                </a:cubicBezTo>
                <a:cubicBezTo>
                  <a:pt x="7891445" y="3339146"/>
                  <a:pt x="7872591" y="3330823"/>
                  <a:pt x="7859002" y="3330823"/>
                </a:cubicBezTo>
                <a:cubicBezTo>
                  <a:pt x="7854925" y="3330823"/>
                  <a:pt x="7850169" y="3331842"/>
                  <a:pt x="7844733" y="3333881"/>
                </a:cubicBezTo>
                <a:cubicBezTo>
                  <a:pt x="7826388" y="3340675"/>
                  <a:pt x="7802947" y="3344072"/>
                  <a:pt x="7774410" y="3344072"/>
                </a:cubicBezTo>
                <a:cubicBezTo>
                  <a:pt x="7710542" y="3344072"/>
                  <a:pt x="7670115" y="3324708"/>
                  <a:pt x="7653128" y="3285979"/>
                </a:cubicBezTo>
                <a:cubicBezTo>
                  <a:pt x="7647693" y="3273749"/>
                  <a:pt x="7636822" y="3267634"/>
                  <a:pt x="7620515" y="3267634"/>
                </a:cubicBezTo>
                <a:close/>
                <a:moveTo>
                  <a:pt x="7463562" y="3133103"/>
                </a:moveTo>
                <a:cubicBezTo>
                  <a:pt x="7428910" y="3133103"/>
                  <a:pt x="7404110" y="3138878"/>
                  <a:pt x="7389162" y="3150429"/>
                </a:cubicBezTo>
                <a:cubicBezTo>
                  <a:pt x="7374214" y="3161980"/>
                  <a:pt x="7366740" y="3179985"/>
                  <a:pt x="7366740" y="3204445"/>
                </a:cubicBezTo>
                <a:cubicBezTo>
                  <a:pt x="7366740" y="3228906"/>
                  <a:pt x="7362664" y="3248949"/>
                  <a:pt x="7354510" y="3264577"/>
                </a:cubicBezTo>
                <a:cubicBezTo>
                  <a:pt x="7346357" y="3280204"/>
                  <a:pt x="7331239" y="3295662"/>
                  <a:pt x="7309157" y="3310949"/>
                </a:cubicBezTo>
                <a:cubicBezTo>
                  <a:pt x="7287075" y="3326237"/>
                  <a:pt x="7268050" y="3336089"/>
                  <a:pt x="7252083" y="3340505"/>
                </a:cubicBezTo>
                <a:cubicBezTo>
                  <a:pt x="7236116" y="3344922"/>
                  <a:pt x="7218960" y="3347130"/>
                  <a:pt x="7200615" y="3347130"/>
                </a:cubicBezTo>
                <a:cubicBezTo>
                  <a:pt x="7182270" y="3347130"/>
                  <a:pt x="7165453" y="3345941"/>
                  <a:pt x="7150166" y="3343563"/>
                </a:cubicBezTo>
                <a:cubicBezTo>
                  <a:pt x="7134878" y="3341185"/>
                  <a:pt x="7121799" y="3339996"/>
                  <a:pt x="7110927" y="3339996"/>
                </a:cubicBezTo>
                <a:cubicBezTo>
                  <a:pt x="7083749" y="3339996"/>
                  <a:pt x="7063536" y="3346960"/>
                  <a:pt x="7050286" y="3360889"/>
                </a:cubicBezTo>
                <a:cubicBezTo>
                  <a:pt x="7037037" y="3374818"/>
                  <a:pt x="7030412" y="3397919"/>
                  <a:pt x="7030412" y="3430193"/>
                </a:cubicBezTo>
                <a:cubicBezTo>
                  <a:pt x="7030412" y="3462466"/>
                  <a:pt x="7038226" y="3485908"/>
                  <a:pt x="7053853" y="3500516"/>
                </a:cubicBezTo>
                <a:cubicBezTo>
                  <a:pt x="7069481" y="3515124"/>
                  <a:pt x="7092412" y="3522428"/>
                  <a:pt x="7122648" y="3522428"/>
                </a:cubicBezTo>
                <a:cubicBezTo>
                  <a:pt x="7152883" y="3522428"/>
                  <a:pt x="7193480" y="3517502"/>
                  <a:pt x="7244439" y="3507650"/>
                </a:cubicBezTo>
                <a:cubicBezTo>
                  <a:pt x="7295398" y="3497798"/>
                  <a:pt x="7338713" y="3486587"/>
                  <a:pt x="7374384" y="3474017"/>
                </a:cubicBezTo>
                <a:cubicBezTo>
                  <a:pt x="7410055" y="3461447"/>
                  <a:pt x="7438252" y="3448877"/>
                  <a:pt x="7458975" y="3436308"/>
                </a:cubicBezTo>
                <a:cubicBezTo>
                  <a:pt x="7479699" y="3423738"/>
                  <a:pt x="7492608" y="3414905"/>
                  <a:pt x="7497704" y="3409809"/>
                </a:cubicBezTo>
                <a:cubicBezTo>
                  <a:pt x="7502800" y="3404713"/>
                  <a:pt x="7505348" y="3400127"/>
                  <a:pt x="7505348" y="3396050"/>
                </a:cubicBezTo>
                <a:cubicBezTo>
                  <a:pt x="7505348" y="3391973"/>
                  <a:pt x="7504838" y="3387557"/>
                  <a:pt x="7503819" y="3382801"/>
                </a:cubicBezTo>
                <a:cubicBezTo>
                  <a:pt x="7502800" y="3378045"/>
                  <a:pt x="7502291" y="3370061"/>
                  <a:pt x="7502291" y="3358850"/>
                </a:cubicBezTo>
                <a:cubicBezTo>
                  <a:pt x="7502291" y="3347640"/>
                  <a:pt x="7506028" y="3333031"/>
                  <a:pt x="7513501" y="3315026"/>
                </a:cubicBezTo>
                <a:cubicBezTo>
                  <a:pt x="7520975" y="3297020"/>
                  <a:pt x="7531167" y="3280884"/>
                  <a:pt x="7544077" y="3266615"/>
                </a:cubicBezTo>
                <a:cubicBezTo>
                  <a:pt x="7548153" y="3261859"/>
                  <a:pt x="7550871" y="3256084"/>
                  <a:pt x="7552230" y="3249289"/>
                </a:cubicBezTo>
                <a:cubicBezTo>
                  <a:pt x="7553589" y="3242495"/>
                  <a:pt x="7554268" y="3226867"/>
                  <a:pt x="7554268" y="3202407"/>
                </a:cubicBezTo>
                <a:cubicBezTo>
                  <a:pt x="7554268" y="3177947"/>
                  <a:pt x="7546964" y="3160281"/>
                  <a:pt x="7532356" y="3149410"/>
                </a:cubicBezTo>
                <a:cubicBezTo>
                  <a:pt x="7517748" y="3138539"/>
                  <a:pt x="7494817" y="3133103"/>
                  <a:pt x="7463562" y="3133103"/>
                </a:cubicBezTo>
                <a:close/>
                <a:moveTo>
                  <a:pt x="6712940" y="3059722"/>
                </a:moveTo>
                <a:cubicBezTo>
                  <a:pt x="6681345" y="3059722"/>
                  <a:pt x="6658753" y="3065498"/>
                  <a:pt x="6645164" y="3077048"/>
                </a:cubicBezTo>
                <a:cubicBezTo>
                  <a:pt x="6631575" y="3088599"/>
                  <a:pt x="6624781" y="3109322"/>
                  <a:pt x="6624781" y="3139218"/>
                </a:cubicBezTo>
                <a:lnTo>
                  <a:pt x="6624781" y="3417453"/>
                </a:lnTo>
                <a:cubicBezTo>
                  <a:pt x="6624781" y="3447349"/>
                  <a:pt x="6632764" y="3471129"/>
                  <a:pt x="6648731" y="3488795"/>
                </a:cubicBezTo>
                <a:cubicBezTo>
                  <a:pt x="6664699" y="3506461"/>
                  <a:pt x="6686271" y="3515294"/>
                  <a:pt x="6713449" y="3515294"/>
                </a:cubicBezTo>
                <a:lnTo>
                  <a:pt x="6826577" y="3515294"/>
                </a:lnTo>
                <a:cubicBezTo>
                  <a:pt x="6853076" y="3515294"/>
                  <a:pt x="6872950" y="3510538"/>
                  <a:pt x="6886199" y="3501025"/>
                </a:cubicBezTo>
                <a:cubicBezTo>
                  <a:pt x="6899449" y="3491513"/>
                  <a:pt x="6914396" y="3471129"/>
                  <a:pt x="6931043" y="3439875"/>
                </a:cubicBezTo>
                <a:cubicBezTo>
                  <a:pt x="6947689" y="3408620"/>
                  <a:pt x="6956013" y="3382121"/>
                  <a:pt x="6956013" y="3360379"/>
                </a:cubicBezTo>
                <a:cubicBezTo>
                  <a:pt x="6956013" y="3330483"/>
                  <a:pt x="6943953" y="3309081"/>
                  <a:pt x="6919832" y="3296171"/>
                </a:cubicBezTo>
                <a:cubicBezTo>
                  <a:pt x="6895711" y="3283262"/>
                  <a:pt x="6875158" y="3276807"/>
                  <a:pt x="6858172" y="3276807"/>
                </a:cubicBezTo>
                <a:cubicBezTo>
                  <a:pt x="6841186" y="3276807"/>
                  <a:pt x="6827087" y="3281053"/>
                  <a:pt x="6815876" y="3289546"/>
                </a:cubicBezTo>
                <a:cubicBezTo>
                  <a:pt x="6804665" y="3298040"/>
                  <a:pt x="6793794" y="3310949"/>
                  <a:pt x="6783263" y="3328275"/>
                </a:cubicBezTo>
                <a:cubicBezTo>
                  <a:pt x="6772731" y="3345601"/>
                  <a:pt x="6764578" y="3354264"/>
                  <a:pt x="6758802" y="3354264"/>
                </a:cubicBezTo>
                <a:cubicBezTo>
                  <a:pt x="6753027" y="3354264"/>
                  <a:pt x="6750139" y="3345771"/>
                  <a:pt x="6750139" y="3328785"/>
                </a:cubicBezTo>
                <a:cubicBezTo>
                  <a:pt x="6750139" y="3315196"/>
                  <a:pt x="6757444" y="3300588"/>
                  <a:pt x="6772052" y="3284960"/>
                </a:cubicBezTo>
                <a:cubicBezTo>
                  <a:pt x="6786660" y="3269333"/>
                  <a:pt x="6795153" y="3259821"/>
                  <a:pt x="6797531" y="3256423"/>
                </a:cubicBezTo>
                <a:cubicBezTo>
                  <a:pt x="6799909" y="3253026"/>
                  <a:pt x="6801098" y="3249629"/>
                  <a:pt x="6801098" y="3246232"/>
                </a:cubicBezTo>
                <a:lnTo>
                  <a:pt x="6801098" y="3139218"/>
                </a:lnTo>
                <a:cubicBezTo>
                  <a:pt x="6801098" y="3109322"/>
                  <a:pt x="6794304" y="3088599"/>
                  <a:pt x="6780715" y="3077048"/>
                </a:cubicBezTo>
                <a:cubicBezTo>
                  <a:pt x="6767126" y="3065498"/>
                  <a:pt x="6744534" y="3059722"/>
                  <a:pt x="6712940" y="3059722"/>
                </a:cubicBezTo>
                <a:close/>
                <a:moveTo>
                  <a:pt x="7166982" y="3016917"/>
                </a:moveTo>
                <a:cubicBezTo>
                  <a:pt x="7151355" y="3016917"/>
                  <a:pt x="7137086" y="3021503"/>
                  <a:pt x="7124177" y="3030676"/>
                </a:cubicBezTo>
                <a:cubicBezTo>
                  <a:pt x="7111267" y="3039849"/>
                  <a:pt x="7104812" y="3066517"/>
                  <a:pt x="7104812" y="3110681"/>
                </a:cubicBezTo>
                <a:lnTo>
                  <a:pt x="7104812" y="3227886"/>
                </a:lnTo>
                <a:cubicBezTo>
                  <a:pt x="7104812" y="3260500"/>
                  <a:pt x="7110757" y="3282582"/>
                  <a:pt x="7122648" y="3294133"/>
                </a:cubicBezTo>
                <a:cubicBezTo>
                  <a:pt x="7134538" y="3305683"/>
                  <a:pt x="7158998" y="3311459"/>
                  <a:pt x="7196028" y="3311459"/>
                </a:cubicBezTo>
                <a:cubicBezTo>
                  <a:pt x="7233058" y="3311459"/>
                  <a:pt x="7257519" y="3305683"/>
                  <a:pt x="7269409" y="3294133"/>
                </a:cubicBezTo>
                <a:cubicBezTo>
                  <a:pt x="7281299" y="3282582"/>
                  <a:pt x="7287245" y="3260500"/>
                  <a:pt x="7287245" y="3227886"/>
                </a:cubicBezTo>
                <a:lnTo>
                  <a:pt x="7287245" y="3172851"/>
                </a:lnTo>
                <a:cubicBezTo>
                  <a:pt x="7287245" y="3164697"/>
                  <a:pt x="7288434" y="3159602"/>
                  <a:pt x="7290812" y="3157563"/>
                </a:cubicBezTo>
                <a:cubicBezTo>
                  <a:pt x="7293190" y="3155525"/>
                  <a:pt x="7298456" y="3154506"/>
                  <a:pt x="7306609" y="3154506"/>
                </a:cubicBezTo>
                <a:lnTo>
                  <a:pt x="7320877" y="3154506"/>
                </a:lnTo>
                <a:cubicBezTo>
                  <a:pt x="7334466" y="3154506"/>
                  <a:pt x="7343299" y="3151108"/>
                  <a:pt x="7347376" y="3144314"/>
                </a:cubicBezTo>
                <a:cubicBezTo>
                  <a:pt x="7364362" y="3113739"/>
                  <a:pt x="7403091" y="3098451"/>
                  <a:pt x="7463562" y="3098451"/>
                </a:cubicBezTo>
                <a:cubicBezTo>
                  <a:pt x="7516559" y="3098451"/>
                  <a:pt x="7552910" y="3112380"/>
                  <a:pt x="7572614" y="3140237"/>
                </a:cubicBezTo>
                <a:cubicBezTo>
                  <a:pt x="7578729" y="3149750"/>
                  <a:pt x="7588581" y="3154506"/>
                  <a:pt x="7602170" y="3154506"/>
                </a:cubicBezTo>
                <a:lnTo>
                  <a:pt x="7656186" y="3154506"/>
                </a:lnTo>
                <a:cubicBezTo>
                  <a:pt x="7664339" y="3154506"/>
                  <a:pt x="7670115" y="3155865"/>
                  <a:pt x="7673512" y="3158582"/>
                </a:cubicBezTo>
                <a:cubicBezTo>
                  <a:pt x="7676909" y="3161300"/>
                  <a:pt x="7678608" y="3166057"/>
                  <a:pt x="7678608" y="3172851"/>
                </a:cubicBezTo>
                <a:lnTo>
                  <a:pt x="7678608" y="3230944"/>
                </a:lnTo>
                <a:cubicBezTo>
                  <a:pt x="7678608" y="3258122"/>
                  <a:pt x="7686252" y="3277996"/>
                  <a:pt x="7701539" y="3290566"/>
                </a:cubicBezTo>
                <a:cubicBezTo>
                  <a:pt x="7716827" y="3303135"/>
                  <a:pt x="7740947" y="3309420"/>
                  <a:pt x="7773901" y="3309420"/>
                </a:cubicBezTo>
                <a:cubicBezTo>
                  <a:pt x="7806854" y="3309420"/>
                  <a:pt x="7830975" y="3303305"/>
                  <a:pt x="7846262" y="3291075"/>
                </a:cubicBezTo>
                <a:cubicBezTo>
                  <a:pt x="7861550" y="3278845"/>
                  <a:pt x="7869193" y="3258802"/>
                  <a:pt x="7869193" y="3230944"/>
                </a:cubicBezTo>
                <a:lnTo>
                  <a:pt x="7869193" y="3110681"/>
                </a:lnTo>
                <a:cubicBezTo>
                  <a:pt x="7869193" y="3075350"/>
                  <a:pt x="7863588" y="3050890"/>
                  <a:pt x="7852377" y="3037301"/>
                </a:cubicBezTo>
                <a:cubicBezTo>
                  <a:pt x="7841166" y="3023712"/>
                  <a:pt x="7824010" y="3016917"/>
                  <a:pt x="7800909" y="3016917"/>
                </a:cubicBezTo>
                <a:cubicBezTo>
                  <a:pt x="7790038" y="3016917"/>
                  <a:pt x="7780865" y="3018955"/>
                  <a:pt x="7773391" y="3023032"/>
                </a:cubicBezTo>
                <a:cubicBezTo>
                  <a:pt x="7758443" y="3031186"/>
                  <a:pt x="7733303" y="3035262"/>
                  <a:pt x="7697972" y="3035262"/>
                </a:cubicBezTo>
                <a:lnTo>
                  <a:pt x="7249535" y="3035262"/>
                </a:lnTo>
                <a:cubicBezTo>
                  <a:pt x="7223716" y="3035262"/>
                  <a:pt x="7204352" y="3032205"/>
                  <a:pt x="7191442" y="3026090"/>
                </a:cubicBezTo>
                <a:cubicBezTo>
                  <a:pt x="7178532" y="3019975"/>
                  <a:pt x="7170379" y="3016917"/>
                  <a:pt x="7166982" y="3016917"/>
                </a:cubicBezTo>
                <a:close/>
                <a:moveTo>
                  <a:pt x="5461393" y="3015898"/>
                </a:moveTo>
                <a:cubicBezTo>
                  <a:pt x="5475322" y="3015898"/>
                  <a:pt x="5484324" y="3017597"/>
                  <a:pt x="5488401" y="3020994"/>
                </a:cubicBezTo>
                <a:cubicBezTo>
                  <a:pt x="5492477" y="3024391"/>
                  <a:pt x="5494516" y="3031016"/>
                  <a:pt x="5494516" y="3040868"/>
                </a:cubicBezTo>
                <a:cubicBezTo>
                  <a:pt x="5494516" y="3050720"/>
                  <a:pt x="5492138" y="3057005"/>
                  <a:pt x="5487382" y="3059722"/>
                </a:cubicBezTo>
                <a:cubicBezTo>
                  <a:pt x="5482625" y="3062440"/>
                  <a:pt x="5471414" y="3063799"/>
                  <a:pt x="5453749" y="3063799"/>
                </a:cubicBezTo>
                <a:cubicBezTo>
                  <a:pt x="5442878" y="3063799"/>
                  <a:pt x="5435404" y="3062270"/>
                  <a:pt x="5431328" y="3059213"/>
                </a:cubicBezTo>
                <a:cubicBezTo>
                  <a:pt x="5427250" y="3056155"/>
                  <a:pt x="5425212" y="3049870"/>
                  <a:pt x="5425212" y="3040358"/>
                </a:cubicBezTo>
                <a:cubicBezTo>
                  <a:pt x="5425212" y="3030846"/>
                  <a:pt x="5427760" y="3024391"/>
                  <a:pt x="5432856" y="3020994"/>
                </a:cubicBezTo>
                <a:cubicBezTo>
                  <a:pt x="5437952" y="3017597"/>
                  <a:pt x="5447464" y="3015898"/>
                  <a:pt x="5461393" y="3015898"/>
                </a:cubicBezTo>
                <a:close/>
                <a:moveTo>
                  <a:pt x="4442218" y="3015898"/>
                </a:moveTo>
                <a:cubicBezTo>
                  <a:pt x="4456147" y="3015898"/>
                  <a:pt x="4465149" y="3017597"/>
                  <a:pt x="4469226" y="3020994"/>
                </a:cubicBezTo>
                <a:cubicBezTo>
                  <a:pt x="4473302" y="3024391"/>
                  <a:pt x="4475341" y="3031016"/>
                  <a:pt x="4475341" y="3040868"/>
                </a:cubicBezTo>
                <a:cubicBezTo>
                  <a:pt x="4475341" y="3050720"/>
                  <a:pt x="4472963" y="3057005"/>
                  <a:pt x="4468207" y="3059722"/>
                </a:cubicBezTo>
                <a:cubicBezTo>
                  <a:pt x="4463451" y="3062440"/>
                  <a:pt x="4452240" y="3063799"/>
                  <a:pt x="4434574" y="3063799"/>
                </a:cubicBezTo>
                <a:cubicBezTo>
                  <a:pt x="4423703" y="3063799"/>
                  <a:pt x="4416229" y="3062270"/>
                  <a:pt x="4412152" y="3059213"/>
                </a:cubicBezTo>
                <a:cubicBezTo>
                  <a:pt x="4408075" y="3056155"/>
                  <a:pt x="4406037" y="3049870"/>
                  <a:pt x="4406037" y="3040358"/>
                </a:cubicBezTo>
                <a:cubicBezTo>
                  <a:pt x="4406037" y="3030846"/>
                  <a:pt x="4408585" y="3024391"/>
                  <a:pt x="4413681" y="3020994"/>
                </a:cubicBezTo>
                <a:cubicBezTo>
                  <a:pt x="4418777" y="3017597"/>
                  <a:pt x="4428289" y="3015898"/>
                  <a:pt x="4442218" y="3015898"/>
                </a:cubicBezTo>
                <a:close/>
                <a:moveTo>
                  <a:pt x="5661661" y="2938441"/>
                </a:moveTo>
                <a:cubicBezTo>
                  <a:pt x="5643995" y="2938441"/>
                  <a:pt x="5625990" y="2944556"/>
                  <a:pt x="5607645" y="2956786"/>
                </a:cubicBezTo>
                <a:cubicBezTo>
                  <a:pt x="5589300" y="2969016"/>
                  <a:pt x="5580127" y="2984304"/>
                  <a:pt x="5580127" y="3002649"/>
                </a:cubicBezTo>
                <a:cubicBezTo>
                  <a:pt x="5580127" y="3012841"/>
                  <a:pt x="5583185" y="3023712"/>
                  <a:pt x="5589300" y="3035262"/>
                </a:cubicBezTo>
                <a:cubicBezTo>
                  <a:pt x="5611721" y="3081465"/>
                  <a:pt x="5631425" y="3124950"/>
                  <a:pt x="5648411" y="3165717"/>
                </a:cubicBezTo>
                <a:cubicBezTo>
                  <a:pt x="5657245" y="3190177"/>
                  <a:pt x="5673211" y="3202407"/>
                  <a:pt x="5696312" y="3202407"/>
                </a:cubicBezTo>
                <a:cubicBezTo>
                  <a:pt x="5711261" y="3202407"/>
                  <a:pt x="5727737" y="3197141"/>
                  <a:pt x="5745742" y="3186610"/>
                </a:cubicBezTo>
                <a:cubicBezTo>
                  <a:pt x="5763748" y="3176078"/>
                  <a:pt x="5772751" y="3160111"/>
                  <a:pt x="5772751" y="3138709"/>
                </a:cubicBezTo>
                <a:cubicBezTo>
                  <a:pt x="5772751" y="3117306"/>
                  <a:pt x="5762559" y="3083163"/>
                  <a:pt x="5742175" y="3036281"/>
                </a:cubicBezTo>
                <a:cubicBezTo>
                  <a:pt x="5721792" y="2989399"/>
                  <a:pt x="5706844" y="2961372"/>
                  <a:pt x="5697332" y="2952200"/>
                </a:cubicBezTo>
                <a:cubicBezTo>
                  <a:pt x="5687819" y="2943027"/>
                  <a:pt x="5675929" y="2938441"/>
                  <a:pt x="5661661" y="2938441"/>
                </a:cubicBezTo>
                <a:close/>
                <a:moveTo>
                  <a:pt x="4642486" y="2938441"/>
                </a:moveTo>
                <a:cubicBezTo>
                  <a:pt x="4624820" y="2938441"/>
                  <a:pt x="4606814" y="2944556"/>
                  <a:pt x="4588469" y="2956786"/>
                </a:cubicBezTo>
                <a:cubicBezTo>
                  <a:pt x="4570124" y="2969016"/>
                  <a:pt x="4560952" y="2984304"/>
                  <a:pt x="4560952" y="3002649"/>
                </a:cubicBezTo>
                <a:cubicBezTo>
                  <a:pt x="4560952" y="3012841"/>
                  <a:pt x="4564009" y="3023712"/>
                  <a:pt x="4570124" y="3035262"/>
                </a:cubicBezTo>
                <a:cubicBezTo>
                  <a:pt x="4592546" y="3081465"/>
                  <a:pt x="4612250" y="3124950"/>
                  <a:pt x="4629236" y="3165717"/>
                </a:cubicBezTo>
                <a:cubicBezTo>
                  <a:pt x="4638069" y="3190177"/>
                  <a:pt x="4654036" y="3202407"/>
                  <a:pt x="4677138" y="3202407"/>
                </a:cubicBezTo>
                <a:cubicBezTo>
                  <a:pt x="4692086" y="3202407"/>
                  <a:pt x="4708562" y="3197141"/>
                  <a:pt x="4726568" y="3186610"/>
                </a:cubicBezTo>
                <a:cubicBezTo>
                  <a:pt x="4744573" y="3176078"/>
                  <a:pt x="4753576" y="3160111"/>
                  <a:pt x="4753576" y="3138709"/>
                </a:cubicBezTo>
                <a:cubicBezTo>
                  <a:pt x="4753576" y="3117306"/>
                  <a:pt x="4743384" y="3083163"/>
                  <a:pt x="4723000" y="3036281"/>
                </a:cubicBezTo>
                <a:cubicBezTo>
                  <a:pt x="4702617" y="2989399"/>
                  <a:pt x="4687669" y="2961372"/>
                  <a:pt x="4678157" y="2952200"/>
                </a:cubicBezTo>
                <a:cubicBezTo>
                  <a:pt x="4668644" y="2943027"/>
                  <a:pt x="4656754" y="2938441"/>
                  <a:pt x="4642486" y="2938441"/>
                </a:cubicBezTo>
                <a:close/>
                <a:moveTo>
                  <a:pt x="7394258" y="2893597"/>
                </a:moveTo>
                <a:lnTo>
                  <a:pt x="7575671" y="2893597"/>
                </a:lnTo>
                <a:cubicBezTo>
                  <a:pt x="7583825" y="2893597"/>
                  <a:pt x="7589260" y="2894786"/>
                  <a:pt x="7591978" y="2897164"/>
                </a:cubicBezTo>
                <a:cubicBezTo>
                  <a:pt x="7594696" y="2899542"/>
                  <a:pt x="7596055" y="2904298"/>
                  <a:pt x="7596055" y="2911432"/>
                </a:cubicBezTo>
                <a:cubicBezTo>
                  <a:pt x="7596055" y="2918567"/>
                  <a:pt x="7594865" y="2923153"/>
                  <a:pt x="7592487" y="2925192"/>
                </a:cubicBezTo>
                <a:cubicBezTo>
                  <a:pt x="7590110" y="2927230"/>
                  <a:pt x="7584504" y="2928249"/>
                  <a:pt x="7575671" y="2928249"/>
                </a:cubicBezTo>
                <a:lnTo>
                  <a:pt x="7394258" y="2928249"/>
                </a:lnTo>
                <a:cubicBezTo>
                  <a:pt x="7384066" y="2928249"/>
                  <a:pt x="7377272" y="2927400"/>
                  <a:pt x="7373875" y="2925701"/>
                </a:cubicBezTo>
                <a:cubicBezTo>
                  <a:pt x="7370477" y="2924003"/>
                  <a:pt x="7368779" y="2919246"/>
                  <a:pt x="7368779" y="2911432"/>
                </a:cubicBezTo>
                <a:cubicBezTo>
                  <a:pt x="7368779" y="2903619"/>
                  <a:pt x="7370477" y="2898693"/>
                  <a:pt x="7373875" y="2896654"/>
                </a:cubicBezTo>
                <a:cubicBezTo>
                  <a:pt x="7377272" y="2894616"/>
                  <a:pt x="7384066" y="2893597"/>
                  <a:pt x="7394258" y="2893597"/>
                </a:cubicBezTo>
                <a:close/>
                <a:moveTo>
                  <a:pt x="5461393" y="2886463"/>
                </a:moveTo>
                <a:cubicBezTo>
                  <a:pt x="5475322" y="2886463"/>
                  <a:pt x="5484324" y="2887992"/>
                  <a:pt x="5488401" y="2891049"/>
                </a:cubicBezTo>
                <a:cubicBezTo>
                  <a:pt x="5492477" y="2894106"/>
                  <a:pt x="5494516" y="2900222"/>
                  <a:pt x="5494516" y="2909394"/>
                </a:cubicBezTo>
                <a:cubicBezTo>
                  <a:pt x="5494516" y="2918567"/>
                  <a:pt x="5492138" y="2924512"/>
                  <a:pt x="5487382" y="2927230"/>
                </a:cubicBezTo>
                <a:cubicBezTo>
                  <a:pt x="5482625" y="2929947"/>
                  <a:pt x="5471414" y="2931306"/>
                  <a:pt x="5453749" y="2931306"/>
                </a:cubicBezTo>
                <a:cubicBezTo>
                  <a:pt x="5442198" y="2931306"/>
                  <a:pt x="5434554" y="2929778"/>
                  <a:pt x="5430817" y="2926720"/>
                </a:cubicBezTo>
                <a:cubicBezTo>
                  <a:pt x="5427080" y="2923663"/>
                  <a:pt x="5425212" y="2917717"/>
                  <a:pt x="5425212" y="2908885"/>
                </a:cubicBezTo>
                <a:cubicBezTo>
                  <a:pt x="5425212" y="2900052"/>
                  <a:pt x="5427760" y="2894106"/>
                  <a:pt x="5432856" y="2891049"/>
                </a:cubicBezTo>
                <a:cubicBezTo>
                  <a:pt x="5437952" y="2887992"/>
                  <a:pt x="5447464" y="2886463"/>
                  <a:pt x="5461393" y="2886463"/>
                </a:cubicBezTo>
                <a:close/>
                <a:moveTo>
                  <a:pt x="4442218" y="2886463"/>
                </a:moveTo>
                <a:cubicBezTo>
                  <a:pt x="4456147" y="2886463"/>
                  <a:pt x="4465149" y="2887992"/>
                  <a:pt x="4469226" y="2891049"/>
                </a:cubicBezTo>
                <a:cubicBezTo>
                  <a:pt x="4473302" y="2894106"/>
                  <a:pt x="4475341" y="2900222"/>
                  <a:pt x="4475341" y="2909394"/>
                </a:cubicBezTo>
                <a:cubicBezTo>
                  <a:pt x="4475341" y="2918567"/>
                  <a:pt x="4472963" y="2924512"/>
                  <a:pt x="4468207" y="2927230"/>
                </a:cubicBezTo>
                <a:cubicBezTo>
                  <a:pt x="4463451" y="2929947"/>
                  <a:pt x="4452240" y="2931306"/>
                  <a:pt x="4434574" y="2931306"/>
                </a:cubicBezTo>
                <a:cubicBezTo>
                  <a:pt x="4423023" y="2931306"/>
                  <a:pt x="4415379" y="2929778"/>
                  <a:pt x="4411643" y="2926720"/>
                </a:cubicBezTo>
                <a:cubicBezTo>
                  <a:pt x="4407905" y="2923663"/>
                  <a:pt x="4406037" y="2917717"/>
                  <a:pt x="4406037" y="2908885"/>
                </a:cubicBezTo>
                <a:cubicBezTo>
                  <a:pt x="4406037" y="2900052"/>
                  <a:pt x="4408585" y="2894106"/>
                  <a:pt x="4413681" y="2891049"/>
                </a:cubicBezTo>
                <a:cubicBezTo>
                  <a:pt x="4418777" y="2887992"/>
                  <a:pt x="4428289" y="2886463"/>
                  <a:pt x="4442218" y="2886463"/>
                </a:cubicBezTo>
                <a:close/>
                <a:moveTo>
                  <a:pt x="7244439" y="2818178"/>
                </a:moveTo>
                <a:cubicBezTo>
                  <a:pt x="7223376" y="2818178"/>
                  <a:pt x="7205541" y="2824803"/>
                  <a:pt x="7190933" y="2838052"/>
                </a:cubicBezTo>
                <a:cubicBezTo>
                  <a:pt x="7176324" y="2851301"/>
                  <a:pt x="7169020" y="2865400"/>
                  <a:pt x="7169020" y="2880348"/>
                </a:cubicBezTo>
                <a:lnTo>
                  <a:pt x="7169020" y="2940479"/>
                </a:lnTo>
                <a:cubicBezTo>
                  <a:pt x="7169020" y="2958145"/>
                  <a:pt x="7175985" y="2972583"/>
                  <a:pt x="7189913" y="2983794"/>
                </a:cubicBezTo>
                <a:cubicBezTo>
                  <a:pt x="7203842" y="2995005"/>
                  <a:pt x="7222017" y="3000610"/>
                  <a:pt x="7244439" y="3000610"/>
                </a:cubicBezTo>
                <a:lnTo>
                  <a:pt x="7703068" y="3000610"/>
                </a:lnTo>
                <a:cubicBezTo>
                  <a:pt x="7731605" y="3000610"/>
                  <a:pt x="7754027" y="2995345"/>
                  <a:pt x="7770333" y="2984813"/>
                </a:cubicBezTo>
                <a:cubicBezTo>
                  <a:pt x="7786640" y="2974282"/>
                  <a:pt x="7794794" y="2960183"/>
                  <a:pt x="7794794" y="2942517"/>
                </a:cubicBezTo>
                <a:lnTo>
                  <a:pt x="7794794" y="2879328"/>
                </a:lnTo>
                <a:cubicBezTo>
                  <a:pt x="7794794" y="2838561"/>
                  <a:pt x="7764218" y="2818178"/>
                  <a:pt x="7703068" y="2818178"/>
                </a:cubicBezTo>
                <a:close/>
                <a:moveTo>
                  <a:pt x="5053213" y="2812063"/>
                </a:moveTo>
                <a:cubicBezTo>
                  <a:pt x="5030791" y="2812063"/>
                  <a:pt x="5013805" y="2814101"/>
                  <a:pt x="5002255" y="2818178"/>
                </a:cubicBezTo>
                <a:cubicBezTo>
                  <a:pt x="4990704" y="2822255"/>
                  <a:pt x="4982211" y="2830748"/>
                  <a:pt x="4976775" y="2843657"/>
                </a:cubicBezTo>
                <a:cubicBezTo>
                  <a:pt x="4971339" y="2856567"/>
                  <a:pt x="4968621" y="2878309"/>
                  <a:pt x="4968621" y="2908885"/>
                </a:cubicBezTo>
                <a:cubicBezTo>
                  <a:pt x="4968621" y="2939460"/>
                  <a:pt x="4973208" y="2961372"/>
                  <a:pt x="4982380" y="2974621"/>
                </a:cubicBezTo>
                <a:cubicBezTo>
                  <a:pt x="4991553" y="2987871"/>
                  <a:pt x="5010408" y="2994495"/>
                  <a:pt x="5038945" y="2994495"/>
                </a:cubicBezTo>
                <a:cubicBezTo>
                  <a:pt x="5049136" y="2994495"/>
                  <a:pt x="5054232" y="2997553"/>
                  <a:pt x="5054232" y="3003668"/>
                </a:cubicBezTo>
                <a:lnTo>
                  <a:pt x="5038945" y="3421530"/>
                </a:lnTo>
                <a:cubicBezTo>
                  <a:pt x="5036906" y="3474527"/>
                  <a:pt x="5052534" y="3501025"/>
                  <a:pt x="5085827" y="3501025"/>
                </a:cubicBezTo>
                <a:cubicBezTo>
                  <a:pt x="5104851" y="3501025"/>
                  <a:pt x="5128802" y="3492362"/>
                  <a:pt x="5157679" y="3475036"/>
                </a:cubicBezTo>
                <a:cubicBezTo>
                  <a:pt x="5186555" y="3457710"/>
                  <a:pt x="5203541" y="3447179"/>
                  <a:pt x="5208637" y="3443442"/>
                </a:cubicBezTo>
                <a:cubicBezTo>
                  <a:pt x="5213733" y="3439705"/>
                  <a:pt x="5216281" y="3434779"/>
                  <a:pt x="5216281" y="3428664"/>
                </a:cubicBezTo>
                <a:cubicBezTo>
                  <a:pt x="5216281" y="3422549"/>
                  <a:pt x="5214243" y="3413716"/>
                  <a:pt x="5210166" y="3402165"/>
                </a:cubicBezTo>
                <a:cubicBezTo>
                  <a:pt x="5206089" y="3390615"/>
                  <a:pt x="5204051" y="3377026"/>
                  <a:pt x="5204051" y="3361398"/>
                </a:cubicBezTo>
                <a:cubicBezTo>
                  <a:pt x="5204051" y="3313837"/>
                  <a:pt x="5227832" y="3274769"/>
                  <a:pt x="5275393" y="3244193"/>
                </a:cubicBezTo>
                <a:cubicBezTo>
                  <a:pt x="5278111" y="3242834"/>
                  <a:pt x="5279471" y="3240626"/>
                  <a:pt x="5279471" y="3237568"/>
                </a:cubicBezTo>
                <a:cubicBezTo>
                  <a:pt x="5279471" y="3234511"/>
                  <a:pt x="5272505" y="3229925"/>
                  <a:pt x="5258577" y="3223810"/>
                </a:cubicBezTo>
                <a:cubicBezTo>
                  <a:pt x="5244648" y="3217695"/>
                  <a:pt x="5234286" y="3211240"/>
                  <a:pt x="5227492" y="3204445"/>
                </a:cubicBezTo>
                <a:cubicBezTo>
                  <a:pt x="5220697" y="3197651"/>
                  <a:pt x="5214922" y="3186440"/>
                  <a:pt x="5210166" y="3170813"/>
                </a:cubicBezTo>
                <a:cubicBezTo>
                  <a:pt x="5205410" y="3155185"/>
                  <a:pt x="5203032" y="3134972"/>
                  <a:pt x="5203032" y="3110172"/>
                </a:cubicBezTo>
                <a:cubicBezTo>
                  <a:pt x="5203032" y="3085372"/>
                  <a:pt x="5210166" y="3065838"/>
                  <a:pt x="5224434" y="3051569"/>
                </a:cubicBezTo>
                <a:cubicBezTo>
                  <a:pt x="5229191" y="3046813"/>
                  <a:pt x="5231909" y="3037301"/>
                  <a:pt x="5232588" y="3023032"/>
                </a:cubicBezTo>
                <a:lnTo>
                  <a:pt x="5235645" y="2921115"/>
                </a:lnTo>
                <a:cubicBezTo>
                  <a:pt x="5237684" y="2857247"/>
                  <a:pt x="5233947" y="2825312"/>
                  <a:pt x="5224434" y="2825312"/>
                </a:cubicBezTo>
                <a:cubicBezTo>
                  <a:pt x="5223076" y="2825312"/>
                  <a:pt x="5221377" y="2825992"/>
                  <a:pt x="5219339" y="2827351"/>
                </a:cubicBezTo>
                <a:cubicBezTo>
                  <a:pt x="5192840" y="2844337"/>
                  <a:pt x="5166511" y="2852830"/>
                  <a:pt x="5140353" y="2852830"/>
                </a:cubicBezTo>
                <a:cubicBezTo>
                  <a:pt x="5114194" y="2852830"/>
                  <a:pt x="5092961" y="2841959"/>
                  <a:pt x="5076654" y="2820216"/>
                </a:cubicBezTo>
                <a:cubicBezTo>
                  <a:pt x="5072577" y="2814781"/>
                  <a:pt x="5064764" y="2812063"/>
                  <a:pt x="5053213" y="2812063"/>
                </a:cubicBezTo>
                <a:close/>
                <a:moveTo>
                  <a:pt x="4034038" y="2812063"/>
                </a:moveTo>
                <a:cubicBezTo>
                  <a:pt x="4011616" y="2812063"/>
                  <a:pt x="3994630" y="2814101"/>
                  <a:pt x="3983079" y="2818178"/>
                </a:cubicBezTo>
                <a:cubicBezTo>
                  <a:pt x="3971529" y="2822255"/>
                  <a:pt x="3963035" y="2830748"/>
                  <a:pt x="3957600" y="2843657"/>
                </a:cubicBezTo>
                <a:cubicBezTo>
                  <a:pt x="3952165" y="2856567"/>
                  <a:pt x="3949447" y="2878309"/>
                  <a:pt x="3949447" y="2908885"/>
                </a:cubicBezTo>
                <a:cubicBezTo>
                  <a:pt x="3949447" y="2939460"/>
                  <a:pt x="3954033" y="2961372"/>
                  <a:pt x="3963206" y="2974621"/>
                </a:cubicBezTo>
                <a:cubicBezTo>
                  <a:pt x="3972378" y="2987871"/>
                  <a:pt x="3991233" y="2994495"/>
                  <a:pt x="4019770" y="2994495"/>
                </a:cubicBezTo>
                <a:cubicBezTo>
                  <a:pt x="4029962" y="2994495"/>
                  <a:pt x="4035057" y="2997553"/>
                  <a:pt x="4035057" y="3003668"/>
                </a:cubicBezTo>
                <a:lnTo>
                  <a:pt x="4019770" y="3421530"/>
                </a:lnTo>
                <a:cubicBezTo>
                  <a:pt x="4017731" y="3474527"/>
                  <a:pt x="4033359" y="3501025"/>
                  <a:pt x="4066652" y="3501025"/>
                </a:cubicBezTo>
                <a:cubicBezTo>
                  <a:pt x="4085676" y="3501025"/>
                  <a:pt x="4109627" y="3492362"/>
                  <a:pt x="4138504" y="3475036"/>
                </a:cubicBezTo>
                <a:cubicBezTo>
                  <a:pt x="4167380" y="3457710"/>
                  <a:pt x="4184367" y="3447179"/>
                  <a:pt x="4189462" y="3443442"/>
                </a:cubicBezTo>
                <a:cubicBezTo>
                  <a:pt x="4194558" y="3439705"/>
                  <a:pt x="4197106" y="3434779"/>
                  <a:pt x="4197106" y="3428664"/>
                </a:cubicBezTo>
                <a:cubicBezTo>
                  <a:pt x="4197106" y="3422549"/>
                  <a:pt x="4195068" y="3413716"/>
                  <a:pt x="4190991" y="3402165"/>
                </a:cubicBezTo>
                <a:cubicBezTo>
                  <a:pt x="4186914" y="3390615"/>
                  <a:pt x="4184876" y="3377026"/>
                  <a:pt x="4184876" y="3361398"/>
                </a:cubicBezTo>
                <a:cubicBezTo>
                  <a:pt x="4184876" y="3313837"/>
                  <a:pt x="4208657" y="3274769"/>
                  <a:pt x="4256218" y="3244193"/>
                </a:cubicBezTo>
                <a:cubicBezTo>
                  <a:pt x="4258936" y="3242834"/>
                  <a:pt x="4260295" y="3240626"/>
                  <a:pt x="4260295" y="3237568"/>
                </a:cubicBezTo>
                <a:cubicBezTo>
                  <a:pt x="4260295" y="3234511"/>
                  <a:pt x="4253331" y="3229925"/>
                  <a:pt x="4239402" y="3223810"/>
                </a:cubicBezTo>
                <a:cubicBezTo>
                  <a:pt x="4225473" y="3217695"/>
                  <a:pt x="4215111" y="3211240"/>
                  <a:pt x="4208317" y="3204445"/>
                </a:cubicBezTo>
                <a:cubicBezTo>
                  <a:pt x="4201523" y="3197651"/>
                  <a:pt x="4195747" y="3186440"/>
                  <a:pt x="4190991" y="3170813"/>
                </a:cubicBezTo>
                <a:cubicBezTo>
                  <a:pt x="4186235" y="3155185"/>
                  <a:pt x="4183857" y="3134972"/>
                  <a:pt x="4183857" y="3110172"/>
                </a:cubicBezTo>
                <a:cubicBezTo>
                  <a:pt x="4183857" y="3085372"/>
                  <a:pt x="4190991" y="3065838"/>
                  <a:pt x="4205260" y="3051569"/>
                </a:cubicBezTo>
                <a:cubicBezTo>
                  <a:pt x="4210015" y="3046813"/>
                  <a:pt x="4212734" y="3037301"/>
                  <a:pt x="4213413" y="3023032"/>
                </a:cubicBezTo>
                <a:lnTo>
                  <a:pt x="4216471" y="2921115"/>
                </a:lnTo>
                <a:cubicBezTo>
                  <a:pt x="4218509" y="2857247"/>
                  <a:pt x="4214772" y="2825312"/>
                  <a:pt x="4205260" y="2825312"/>
                </a:cubicBezTo>
                <a:cubicBezTo>
                  <a:pt x="4203900" y="2825312"/>
                  <a:pt x="4202202" y="2825992"/>
                  <a:pt x="4200164" y="2827351"/>
                </a:cubicBezTo>
                <a:cubicBezTo>
                  <a:pt x="4173665" y="2844337"/>
                  <a:pt x="4147337" y="2852830"/>
                  <a:pt x="4121178" y="2852830"/>
                </a:cubicBezTo>
                <a:cubicBezTo>
                  <a:pt x="4095019" y="2852830"/>
                  <a:pt x="4073786" y="2841959"/>
                  <a:pt x="4057479" y="2820216"/>
                </a:cubicBezTo>
                <a:cubicBezTo>
                  <a:pt x="4053403" y="2814781"/>
                  <a:pt x="4045589" y="2812063"/>
                  <a:pt x="4034038" y="2812063"/>
                </a:cubicBezTo>
                <a:close/>
                <a:moveTo>
                  <a:pt x="6629367" y="2800852"/>
                </a:moveTo>
                <a:cubicBezTo>
                  <a:pt x="6608644" y="2800852"/>
                  <a:pt x="6593866" y="2804589"/>
                  <a:pt x="6585033" y="2812063"/>
                </a:cubicBezTo>
                <a:cubicBezTo>
                  <a:pt x="6576200" y="2819537"/>
                  <a:pt x="6571784" y="2832107"/>
                  <a:pt x="6571784" y="2849772"/>
                </a:cubicBezTo>
                <a:lnTo>
                  <a:pt x="6571784" y="2924172"/>
                </a:lnTo>
                <a:cubicBezTo>
                  <a:pt x="6571784" y="3033564"/>
                  <a:pt x="6543587" y="3124950"/>
                  <a:pt x="6487192" y="3198330"/>
                </a:cubicBezTo>
                <a:cubicBezTo>
                  <a:pt x="6478359" y="3209881"/>
                  <a:pt x="6473943" y="3218204"/>
                  <a:pt x="6473943" y="3223300"/>
                </a:cubicBezTo>
                <a:cubicBezTo>
                  <a:pt x="6473943" y="3228396"/>
                  <a:pt x="6474962" y="3234681"/>
                  <a:pt x="6477001" y="3242155"/>
                </a:cubicBezTo>
                <a:cubicBezTo>
                  <a:pt x="6479039" y="3249629"/>
                  <a:pt x="6480058" y="3257103"/>
                  <a:pt x="6480058" y="3264577"/>
                </a:cubicBezTo>
                <a:cubicBezTo>
                  <a:pt x="6480058" y="3289037"/>
                  <a:pt x="6463581" y="3316385"/>
                  <a:pt x="6430628" y="3346620"/>
                </a:cubicBezTo>
                <a:cubicBezTo>
                  <a:pt x="6397675" y="3376856"/>
                  <a:pt x="6368288" y="3391973"/>
                  <a:pt x="6342469" y="3391973"/>
                </a:cubicBezTo>
                <a:cubicBezTo>
                  <a:pt x="6336354" y="3391973"/>
                  <a:pt x="6330579" y="3391464"/>
                  <a:pt x="6325143" y="3390445"/>
                </a:cubicBezTo>
                <a:cubicBezTo>
                  <a:pt x="6319708" y="3389426"/>
                  <a:pt x="6313253" y="3388916"/>
                  <a:pt x="6305779" y="3388916"/>
                </a:cubicBezTo>
                <a:cubicBezTo>
                  <a:pt x="6298305" y="3388916"/>
                  <a:pt x="6291341" y="3392143"/>
                  <a:pt x="6284886" y="3398598"/>
                </a:cubicBezTo>
                <a:cubicBezTo>
                  <a:pt x="6278431" y="3405053"/>
                  <a:pt x="6275204" y="3413376"/>
                  <a:pt x="6275204" y="3423568"/>
                </a:cubicBezTo>
                <a:cubicBezTo>
                  <a:pt x="6275204" y="3443951"/>
                  <a:pt x="6286415" y="3466034"/>
                  <a:pt x="6308836" y="3489814"/>
                </a:cubicBezTo>
                <a:cubicBezTo>
                  <a:pt x="6331258" y="3513595"/>
                  <a:pt x="6357077" y="3525485"/>
                  <a:pt x="6386294" y="3525485"/>
                </a:cubicBezTo>
                <a:cubicBezTo>
                  <a:pt x="6400562" y="3525485"/>
                  <a:pt x="6415340" y="3522428"/>
                  <a:pt x="6430628" y="3516313"/>
                </a:cubicBezTo>
                <a:cubicBezTo>
                  <a:pt x="6445915" y="3510198"/>
                  <a:pt x="6465280" y="3497458"/>
                  <a:pt x="6488721" y="3478094"/>
                </a:cubicBezTo>
                <a:cubicBezTo>
                  <a:pt x="6512162" y="3458729"/>
                  <a:pt x="6533225" y="3438686"/>
                  <a:pt x="6551910" y="3417962"/>
                </a:cubicBezTo>
                <a:cubicBezTo>
                  <a:pt x="6570594" y="3397239"/>
                  <a:pt x="6581805" y="3382631"/>
                  <a:pt x="6585543" y="3374138"/>
                </a:cubicBezTo>
                <a:cubicBezTo>
                  <a:pt x="6589280" y="3365645"/>
                  <a:pt x="6591148" y="3352905"/>
                  <a:pt x="6591148" y="3335919"/>
                </a:cubicBezTo>
                <a:lnTo>
                  <a:pt x="6591148" y="3135141"/>
                </a:lnTo>
                <a:cubicBezTo>
                  <a:pt x="6591148" y="3073311"/>
                  <a:pt x="6614929" y="3038660"/>
                  <a:pt x="6662490" y="3031186"/>
                </a:cubicBezTo>
                <a:cubicBezTo>
                  <a:pt x="6672682" y="3029827"/>
                  <a:pt x="6679307" y="3026939"/>
                  <a:pt x="6682364" y="3022523"/>
                </a:cubicBezTo>
                <a:cubicBezTo>
                  <a:pt x="6685422" y="3018106"/>
                  <a:pt x="6686950" y="3008084"/>
                  <a:pt x="6686950" y="2992457"/>
                </a:cubicBezTo>
                <a:lnTo>
                  <a:pt x="6686950" y="2849772"/>
                </a:lnTo>
                <a:cubicBezTo>
                  <a:pt x="6686950" y="2832107"/>
                  <a:pt x="6682534" y="2819537"/>
                  <a:pt x="6673701" y="2812063"/>
                </a:cubicBezTo>
                <a:cubicBezTo>
                  <a:pt x="6664868" y="2804589"/>
                  <a:pt x="6650090" y="2800852"/>
                  <a:pt x="6629367" y="2800852"/>
                </a:cubicBezTo>
                <a:close/>
                <a:moveTo>
                  <a:pt x="5461393" y="2749893"/>
                </a:moveTo>
                <a:cubicBezTo>
                  <a:pt x="5475322" y="2749893"/>
                  <a:pt x="5484324" y="2751592"/>
                  <a:pt x="5488401" y="2754989"/>
                </a:cubicBezTo>
                <a:cubicBezTo>
                  <a:pt x="5492477" y="2758387"/>
                  <a:pt x="5494516" y="2765011"/>
                  <a:pt x="5494516" y="2774863"/>
                </a:cubicBezTo>
                <a:cubicBezTo>
                  <a:pt x="5494516" y="2784715"/>
                  <a:pt x="5492138" y="2790660"/>
                  <a:pt x="5487382" y="2792699"/>
                </a:cubicBezTo>
                <a:cubicBezTo>
                  <a:pt x="5482625" y="2794737"/>
                  <a:pt x="5471414" y="2795756"/>
                  <a:pt x="5453749" y="2795756"/>
                </a:cubicBezTo>
                <a:cubicBezTo>
                  <a:pt x="5442878" y="2795756"/>
                  <a:pt x="5435404" y="2794397"/>
                  <a:pt x="5431328" y="2791679"/>
                </a:cubicBezTo>
                <a:cubicBezTo>
                  <a:pt x="5427250" y="2788962"/>
                  <a:pt x="5425212" y="2783016"/>
                  <a:pt x="5425212" y="2773844"/>
                </a:cubicBezTo>
                <a:cubicBezTo>
                  <a:pt x="5425212" y="2764671"/>
                  <a:pt x="5427760" y="2758387"/>
                  <a:pt x="5432856" y="2754989"/>
                </a:cubicBezTo>
                <a:cubicBezTo>
                  <a:pt x="5437952" y="2751592"/>
                  <a:pt x="5447464" y="2749893"/>
                  <a:pt x="5461393" y="2749893"/>
                </a:cubicBezTo>
                <a:close/>
                <a:moveTo>
                  <a:pt x="4442218" y="2749893"/>
                </a:moveTo>
                <a:cubicBezTo>
                  <a:pt x="4456147" y="2749893"/>
                  <a:pt x="4465149" y="2751592"/>
                  <a:pt x="4469226" y="2754989"/>
                </a:cubicBezTo>
                <a:cubicBezTo>
                  <a:pt x="4473302" y="2758387"/>
                  <a:pt x="4475341" y="2765011"/>
                  <a:pt x="4475341" y="2774863"/>
                </a:cubicBezTo>
                <a:cubicBezTo>
                  <a:pt x="4475341" y="2784715"/>
                  <a:pt x="4472963" y="2790660"/>
                  <a:pt x="4468207" y="2792699"/>
                </a:cubicBezTo>
                <a:cubicBezTo>
                  <a:pt x="4463451" y="2794737"/>
                  <a:pt x="4452240" y="2795756"/>
                  <a:pt x="4434574" y="2795756"/>
                </a:cubicBezTo>
                <a:cubicBezTo>
                  <a:pt x="4423703" y="2795756"/>
                  <a:pt x="4416229" y="2794397"/>
                  <a:pt x="4412152" y="2791679"/>
                </a:cubicBezTo>
                <a:cubicBezTo>
                  <a:pt x="4408075" y="2788962"/>
                  <a:pt x="4406037" y="2783016"/>
                  <a:pt x="4406037" y="2773844"/>
                </a:cubicBezTo>
                <a:cubicBezTo>
                  <a:pt x="4406037" y="2764671"/>
                  <a:pt x="4408585" y="2758387"/>
                  <a:pt x="4413681" y="2754989"/>
                </a:cubicBezTo>
                <a:cubicBezTo>
                  <a:pt x="4418777" y="2751592"/>
                  <a:pt x="4428289" y="2749893"/>
                  <a:pt x="4442218" y="2749893"/>
                </a:cubicBezTo>
                <a:close/>
                <a:moveTo>
                  <a:pt x="6078503" y="2638803"/>
                </a:moveTo>
                <a:cubicBezTo>
                  <a:pt x="6043851" y="2638803"/>
                  <a:pt x="6020920" y="2643389"/>
                  <a:pt x="6009709" y="2652562"/>
                </a:cubicBezTo>
                <a:cubicBezTo>
                  <a:pt x="5998498" y="2661735"/>
                  <a:pt x="5992892" y="2683987"/>
                  <a:pt x="5992892" y="2719318"/>
                </a:cubicBezTo>
                <a:cubicBezTo>
                  <a:pt x="5992892" y="2754649"/>
                  <a:pt x="5998498" y="2777071"/>
                  <a:pt x="6009709" y="2786584"/>
                </a:cubicBezTo>
                <a:cubicBezTo>
                  <a:pt x="6020920" y="2796096"/>
                  <a:pt x="6043851" y="2800852"/>
                  <a:pt x="6078503" y="2800852"/>
                </a:cubicBezTo>
                <a:lnTo>
                  <a:pt x="6221187" y="2800852"/>
                </a:lnTo>
                <a:cubicBezTo>
                  <a:pt x="6232059" y="2800852"/>
                  <a:pt x="6237494" y="2804419"/>
                  <a:pt x="6237494" y="2811554"/>
                </a:cubicBezTo>
                <a:cubicBezTo>
                  <a:pt x="6237494" y="2818688"/>
                  <a:pt x="6232229" y="2841619"/>
                  <a:pt x="6221697" y="2880348"/>
                </a:cubicBezTo>
                <a:cubicBezTo>
                  <a:pt x="6211166" y="2919076"/>
                  <a:pt x="6203522" y="2938441"/>
                  <a:pt x="6198766" y="2938441"/>
                </a:cubicBezTo>
                <a:cubicBezTo>
                  <a:pt x="6196727" y="2938441"/>
                  <a:pt x="6194689" y="2937082"/>
                  <a:pt x="6192651" y="2934364"/>
                </a:cubicBezTo>
                <a:cubicBezTo>
                  <a:pt x="6163434" y="2902430"/>
                  <a:pt x="6142881" y="2880517"/>
                  <a:pt x="6130991" y="2868627"/>
                </a:cubicBezTo>
                <a:cubicBezTo>
                  <a:pt x="6119100" y="2856737"/>
                  <a:pt x="6103982" y="2850792"/>
                  <a:pt x="6085638" y="2850792"/>
                </a:cubicBezTo>
                <a:cubicBezTo>
                  <a:pt x="6067293" y="2850792"/>
                  <a:pt x="6047248" y="2860644"/>
                  <a:pt x="6025506" y="2880348"/>
                </a:cubicBezTo>
                <a:cubicBezTo>
                  <a:pt x="6003764" y="2900052"/>
                  <a:pt x="5992892" y="2920775"/>
                  <a:pt x="5992892" y="2942517"/>
                </a:cubicBezTo>
                <a:cubicBezTo>
                  <a:pt x="5992892" y="2954068"/>
                  <a:pt x="5995950" y="2966128"/>
                  <a:pt x="6002065" y="2978698"/>
                </a:cubicBezTo>
                <a:cubicBezTo>
                  <a:pt x="6008180" y="2991268"/>
                  <a:pt x="6020750" y="3008764"/>
                  <a:pt x="6039774" y="3031186"/>
                </a:cubicBezTo>
                <a:lnTo>
                  <a:pt x="6110097" y="3110681"/>
                </a:lnTo>
                <a:cubicBezTo>
                  <a:pt x="6114174" y="3115437"/>
                  <a:pt x="6116212" y="3119174"/>
                  <a:pt x="6116212" y="3121892"/>
                </a:cubicBezTo>
                <a:cubicBezTo>
                  <a:pt x="6116212" y="3124610"/>
                  <a:pt x="6114684" y="3129196"/>
                  <a:pt x="6111626" y="3135651"/>
                </a:cubicBezTo>
                <a:cubicBezTo>
                  <a:pt x="6108569" y="3142106"/>
                  <a:pt x="6099226" y="3157733"/>
                  <a:pt x="6083599" y="3182533"/>
                </a:cubicBezTo>
                <a:cubicBezTo>
                  <a:pt x="6067972" y="3207333"/>
                  <a:pt x="6053024" y="3229585"/>
                  <a:pt x="6038755" y="3249289"/>
                </a:cubicBezTo>
                <a:cubicBezTo>
                  <a:pt x="6005462" y="3293453"/>
                  <a:pt x="5988816" y="3326237"/>
                  <a:pt x="5988816" y="3347640"/>
                </a:cubicBezTo>
                <a:cubicBezTo>
                  <a:pt x="5988816" y="3369042"/>
                  <a:pt x="6001046" y="3389426"/>
                  <a:pt x="6025506" y="3408790"/>
                </a:cubicBezTo>
                <a:cubicBezTo>
                  <a:pt x="6049966" y="3428154"/>
                  <a:pt x="6071369" y="3437836"/>
                  <a:pt x="6089714" y="3437836"/>
                </a:cubicBezTo>
                <a:cubicBezTo>
                  <a:pt x="6116892" y="3437836"/>
                  <a:pt x="6144579" y="3419152"/>
                  <a:pt x="6172777" y="3381782"/>
                </a:cubicBezTo>
                <a:cubicBezTo>
                  <a:pt x="6200974" y="3344412"/>
                  <a:pt x="6223226" y="3312478"/>
                  <a:pt x="6239533" y="3285979"/>
                </a:cubicBezTo>
                <a:cubicBezTo>
                  <a:pt x="6241571" y="3282582"/>
                  <a:pt x="6244119" y="3280884"/>
                  <a:pt x="6247176" y="3280884"/>
                </a:cubicBezTo>
                <a:cubicBezTo>
                  <a:pt x="6250234" y="3280884"/>
                  <a:pt x="6257538" y="3288697"/>
                  <a:pt x="6269089" y="3304324"/>
                </a:cubicBezTo>
                <a:cubicBezTo>
                  <a:pt x="6294229" y="3338297"/>
                  <a:pt x="6317499" y="3355283"/>
                  <a:pt x="6338902" y="3355283"/>
                </a:cubicBezTo>
                <a:cubicBezTo>
                  <a:pt x="6360305" y="3355283"/>
                  <a:pt x="6383236" y="3344412"/>
                  <a:pt x="6407697" y="3322670"/>
                </a:cubicBezTo>
                <a:cubicBezTo>
                  <a:pt x="6432157" y="3300927"/>
                  <a:pt x="6444387" y="3280544"/>
                  <a:pt x="6444387" y="3261519"/>
                </a:cubicBezTo>
                <a:cubicBezTo>
                  <a:pt x="6444387" y="3255404"/>
                  <a:pt x="6442858" y="3247421"/>
                  <a:pt x="6439800" y="3237568"/>
                </a:cubicBezTo>
                <a:cubicBezTo>
                  <a:pt x="6436743" y="3227716"/>
                  <a:pt x="6423833" y="3208182"/>
                  <a:pt x="6401072" y="3178966"/>
                </a:cubicBezTo>
                <a:cubicBezTo>
                  <a:pt x="6378310" y="3149750"/>
                  <a:pt x="6360135" y="3127668"/>
                  <a:pt x="6346546" y="3112720"/>
                </a:cubicBezTo>
                <a:cubicBezTo>
                  <a:pt x="6342469" y="3107963"/>
                  <a:pt x="6340431" y="3103717"/>
                  <a:pt x="6340431" y="3099980"/>
                </a:cubicBezTo>
                <a:cubicBezTo>
                  <a:pt x="6340431" y="3096243"/>
                  <a:pt x="6341790" y="3090637"/>
                  <a:pt x="6344508" y="3083163"/>
                </a:cubicBezTo>
                <a:cubicBezTo>
                  <a:pt x="6370327" y="3019295"/>
                  <a:pt x="6391560" y="2949821"/>
                  <a:pt x="6408206" y="2874742"/>
                </a:cubicBezTo>
                <a:cubicBezTo>
                  <a:pt x="6424853" y="2799663"/>
                  <a:pt x="6433176" y="2748195"/>
                  <a:pt x="6433176" y="2720337"/>
                </a:cubicBezTo>
                <a:cubicBezTo>
                  <a:pt x="6433176" y="2692480"/>
                  <a:pt x="6426551" y="2671926"/>
                  <a:pt x="6413302" y="2658677"/>
                </a:cubicBezTo>
                <a:cubicBezTo>
                  <a:pt x="6400053" y="2645428"/>
                  <a:pt x="6379499" y="2638803"/>
                  <a:pt x="6351642" y="2638803"/>
                </a:cubicBezTo>
                <a:close/>
                <a:moveTo>
                  <a:pt x="6466809" y="2576633"/>
                </a:moveTo>
                <a:cubicBezTo>
                  <a:pt x="6454579" y="2576633"/>
                  <a:pt x="6444727" y="2579182"/>
                  <a:pt x="6437253" y="2584277"/>
                </a:cubicBezTo>
                <a:cubicBezTo>
                  <a:pt x="6429779" y="2589373"/>
                  <a:pt x="6426042" y="2596337"/>
                  <a:pt x="6426042" y="2605171"/>
                </a:cubicBezTo>
                <a:cubicBezTo>
                  <a:pt x="6426042" y="2614003"/>
                  <a:pt x="6430798" y="2623516"/>
                  <a:pt x="6440310" y="2633707"/>
                </a:cubicBezTo>
                <a:cubicBezTo>
                  <a:pt x="6457976" y="2652732"/>
                  <a:pt x="6466809" y="2679740"/>
                  <a:pt x="6466809" y="2714732"/>
                </a:cubicBezTo>
                <a:cubicBezTo>
                  <a:pt x="6466809" y="2749723"/>
                  <a:pt x="6458825" y="2803230"/>
                  <a:pt x="6442858" y="2875252"/>
                </a:cubicBezTo>
                <a:cubicBezTo>
                  <a:pt x="6426891" y="2947274"/>
                  <a:pt x="6407697" y="3012841"/>
                  <a:pt x="6385275" y="3071953"/>
                </a:cubicBezTo>
                <a:cubicBezTo>
                  <a:pt x="6381878" y="3082144"/>
                  <a:pt x="6380179" y="3089279"/>
                  <a:pt x="6380179" y="3093355"/>
                </a:cubicBezTo>
                <a:cubicBezTo>
                  <a:pt x="6380179" y="3097432"/>
                  <a:pt x="6382217" y="3101848"/>
                  <a:pt x="6386294" y="3106605"/>
                </a:cubicBezTo>
                <a:cubicBezTo>
                  <a:pt x="6390371" y="3111361"/>
                  <a:pt x="6400053" y="3123421"/>
                  <a:pt x="6415340" y="3142785"/>
                </a:cubicBezTo>
                <a:cubicBezTo>
                  <a:pt x="6430628" y="3162150"/>
                  <a:pt x="6439800" y="3174210"/>
                  <a:pt x="6442858" y="3178966"/>
                </a:cubicBezTo>
                <a:cubicBezTo>
                  <a:pt x="6445915" y="3183722"/>
                  <a:pt x="6448973" y="3186100"/>
                  <a:pt x="6452031" y="3186100"/>
                </a:cubicBezTo>
                <a:cubicBezTo>
                  <a:pt x="6455088" y="3186100"/>
                  <a:pt x="6461373" y="3178966"/>
                  <a:pt x="6470885" y="3164697"/>
                </a:cubicBezTo>
                <a:cubicBezTo>
                  <a:pt x="6480398" y="3150429"/>
                  <a:pt x="6491948" y="3128857"/>
                  <a:pt x="6505537" y="3099980"/>
                </a:cubicBezTo>
                <a:cubicBezTo>
                  <a:pt x="6519126" y="3071103"/>
                  <a:pt x="6527959" y="3040528"/>
                  <a:pt x="6532036" y="3008254"/>
                </a:cubicBezTo>
                <a:cubicBezTo>
                  <a:pt x="6536113" y="2975980"/>
                  <a:pt x="6538151" y="2924852"/>
                  <a:pt x="6538151" y="2854868"/>
                </a:cubicBezTo>
                <a:cubicBezTo>
                  <a:pt x="6538151" y="2832447"/>
                  <a:pt x="6540869" y="2815290"/>
                  <a:pt x="6546304" y="2803400"/>
                </a:cubicBezTo>
                <a:cubicBezTo>
                  <a:pt x="6551740" y="2791510"/>
                  <a:pt x="6561932" y="2782167"/>
                  <a:pt x="6576880" y="2775373"/>
                </a:cubicBezTo>
                <a:cubicBezTo>
                  <a:pt x="6583674" y="2772655"/>
                  <a:pt x="6587071" y="2767389"/>
                  <a:pt x="6587071" y="2759576"/>
                </a:cubicBezTo>
                <a:cubicBezTo>
                  <a:pt x="6587071" y="2751762"/>
                  <a:pt x="6587751" y="2746496"/>
                  <a:pt x="6589110" y="2743778"/>
                </a:cubicBezTo>
                <a:cubicBezTo>
                  <a:pt x="6590469" y="2741060"/>
                  <a:pt x="6594206" y="2739701"/>
                  <a:pt x="6600321" y="2739701"/>
                </a:cubicBezTo>
                <a:lnTo>
                  <a:pt x="6701219" y="2739701"/>
                </a:lnTo>
                <a:cubicBezTo>
                  <a:pt x="6711411" y="2739701"/>
                  <a:pt x="6717696" y="2741400"/>
                  <a:pt x="6720074" y="2744798"/>
                </a:cubicBezTo>
                <a:cubicBezTo>
                  <a:pt x="6722452" y="2748195"/>
                  <a:pt x="6723641" y="2756009"/>
                  <a:pt x="6723641" y="2768238"/>
                </a:cubicBezTo>
                <a:lnTo>
                  <a:pt x="6723641" y="2988380"/>
                </a:lnTo>
                <a:cubicBezTo>
                  <a:pt x="6723641" y="3004687"/>
                  <a:pt x="6725000" y="3015219"/>
                  <a:pt x="6727717" y="3019975"/>
                </a:cubicBezTo>
                <a:cubicBezTo>
                  <a:pt x="6730435" y="3024731"/>
                  <a:pt x="6738249" y="3027788"/>
                  <a:pt x="6751158" y="3029147"/>
                </a:cubicBezTo>
                <a:cubicBezTo>
                  <a:pt x="6806873" y="3034583"/>
                  <a:pt x="6834731" y="3068555"/>
                  <a:pt x="6834731" y="3131065"/>
                </a:cubicBezTo>
                <a:lnTo>
                  <a:pt x="6834731" y="3164697"/>
                </a:lnTo>
                <a:cubicBezTo>
                  <a:pt x="6834731" y="3185081"/>
                  <a:pt x="6838638" y="3195273"/>
                  <a:pt x="6846451" y="3195273"/>
                </a:cubicBezTo>
                <a:cubicBezTo>
                  <a:pt x="6854265" y="3195273"/>
                  <a:pt x="6866495" y="3188648"/>
                  <a:pt x="6883142" y="3175399"/>
                </a:cubicBezTo>
                <a:cubicBezTo>
                  <a:pt x="6899788" y="3162150"/>
                  <a:pt x="6910320" y="3150259"/>
                  <a:pt x="6914736" y="3139728"/>
                </a:cubicBezTo>
                <a:cubicBezTo>
                  <a:pt x="6919152" y="3129196"/>
                  <a:pt x="6921361" y="3114079"/>
                  <a:pt x="6921361" y="3094375"/>
                </a:cubicBezTo>
                <a:lnTo>
                  <a:pt x="6921361" y="2712184"/>
                </a:lnTo>
                <a:cubicBezTo>
                  <a:pt x="6921361" y="2664622"/>
                  <a:pt x="6910320" y="2630140"/>
                  <a:pt x="6888238" y="2608738"/>
                </a:cubicBezTo>
                <a:cubicBezTo>
                  <a:pt x="6866155" y="2587335"/>
                  <a:pt x="6831673" y="2576633"/>
                  <a:pt x="6784791" y="2576633"/>
                </a:cubicBezTo>
                <a:close/>
                <a:moveTo>
                  <a:pt x="5114364" y="2568480"/>
                </a:moveTo>
                <a:cubicBezTo>
                  <a:pt x="5091263" y="2568480"/>
                  <a:pt x="5069351" y="2578502"/>
                  <a:pt x="5048627" y="2598546"/>
                </a:cubicBezTo>
                <a:cubicBezTo>
                  <a:pt x="5027903" y="2618590"/>
                  <a:pt x="5017542" y="2639143"/>
                  <a:pt x="5017542" y="2660206"/>
                </a:cubicBezTo>
                <a:cubicBezTo>
                  <a:pt x="5017542" y="2673795"/>
                  <a:pt x="5022299" y="2687384"/>
                  <a:pt x="5031810" y="2700973"/>
                </a:cubicBezTo>
                <a:lnTo>
                  <a:pt x="5090923" y="2786584"/>
                </a:lnTo>
                <a:cubicBezTo>
                  <a:pt x="5106550" y="2809005"/>
                  <a:pt x="5124046" y="2820216"/>
                  <a:pt x="5143410" y="2820216"/>
                </a:cubicBezTo>
                <a:cubicBezTo>
                  <a:pt x="5162775" y="2820216"/>
                  <a:pt x="5184347" y="2812403"/>
                  <a:pt x="5208128" y="2796776"/>
                </a:cubicBezTo>
                <a:cubicBezTo>
                  <a:pt x="5231909" y="2781148"/>
                  <a:pt x="5243799" y="2761104"/>
                  <a:pt x="5243799" y="2736644"/>
                </a:cubicBezTo>
                <a:cubicBezTo>
                  <a:pt x="5243799" y="2712184"/>
                  <a:pt x="5230210" y="2678042"/>
                  <a:pt x="5203032" y="2634217"/>
                </a:cubicBezTo>
                <a:cubicBezTo>
                  <a:pt x="5175854" y="2590393"/>
                  <a:pt x="5146298" y="2568480"/>
                  <a:pt x="5114364" y="2568480"/>
                </a:cubicBezTo>
                <a:close/>
                <a:moveTo>
                  <a:pt x="4095189" y="2568480"/>
                </a:moveTo>
                <a:cubicBezTo>
                  <a:pt x="4072087" y="2568480"/>
                  <a:pt x="4050175" y="2578502"/>
                  <a:pt x="4029452" y="2598546"/>
                </a:cubicBezTo>
                <a:cubicBezTo>
                  <a:pt x="4008729" y="2618590"/>
                  <a:pt x="3998367" y="2639143"/>
                  <a:pt x="3998367" y="2660206"/>
                </a:cubicBezTo>
                <a:cubicBezTo>
                  <a:pt x="3998367" y="2673795"/>
                  <a:pt x="4003123" y="2687384"/>
                  <a:pt x="4012636" y="2700973"/>
                </a:cubicBezTo>
                <a:lnTo>
                  <a:pt x="4071748" y="2786584"/>
                </a:lnTo>
                <a:cubicBezTo>
                  <a:pt x="4087375" y="2809005"/>
                  <a:pt x="4104871" y="2820216"/>
                  <a:pt x="4124235" y="2820216"/>
                </a:cubicBezTo>
                <a:cubicBezTo>
                  <a:pt x="4143599" y="2820216"/>
                  <a:pt x="4165172" y="2812403"/>
                  <a:pt x="4188953" y="2796776"/>
                </a:cubicBezTo>
                <a:cubicBezTo>
                  <a:pt x="4212734" y="2781148"/>
                  <a:pt x="4224624" y="2761104"/>
                  <a:pt x="4224624" y="2736644"/>
                </a:cubicBezTo>
                <a:cubicBezTo>
                  <a:pt x="4224624" y="2712184"/>
                  <a:pt x="4211035" y="2678042"/>
                  <a:pt x="4183857" y="2634217"/>
                </a:cubicBezTo>
                <a:cubicBezTo>
                  <a:pt x="4156679" y="2590393"/>
                  <a:pt x="4127123" y="2568480"/>
                  <a:pt x="4095189" y="2568480"/>
                </a:cubicBezTo>
                <a:close/>
                <a:moveTo>
                  <a:pt x="5466998" y="2567461"/>
                </a:moveTo>
                <a:cubicBezTo>
                  <a:pt x="5437102" y="2567461"/>
                  <a:pt x="5415870" y="2570688"/>
                  <a:pt x="5403300" y="2577143"/>
                </a:cubicBezTo>
                <a:cubicBezTo>
                  <a:pt x="5390730" y="2583598"/>
                  <a:pt x="5381048" y="2598376"/>
                  <a:pt x="5374253" y="2621477"/>
                </a:cubicBezTo>
                <a:cubicBezTo>
                  <a:pt x="5370856" y="2635746"/>
                  <a:pt x="5365080" y="2642880"/>
                  <a:pt x="5356927" y="2642880"/>
                </a:cubicBezTo>
                <a:cubicBezTo>
                  <a:pt x="5329749" y="2642880"/>
                  <a:pt x="5309875" y="2648825"/>
                  <a:pt x="5297305" y="2660715"/>
                </a:cubicBezTo>
                <a:cubicBezTo>
                  <a:pt x="5284736" y="2672606"/>
                  <a:pt x="5278451" y="2692140"/>
                  <a:pt x="5278451" y="2719318"/>
                </a:cubicBezTo>
                <a:lnTo>
                  <a:pt x="5278451" y="3039339"/>
                </a:lnTo>
                <a:cubicBezTo>
                  <a:pt x="5278451" y="3048172"/>
                  <a:pt x="5273355" y="3055985"/>
                  <a:pt x="5263163" y="3062780"/>
                </a:cubicBezTo>
                <a:cubicBezTo>
                  <a:pt x="5252292" y="3068895"/>
                  <a:pt x="5244988" y="3075690"/>
                  <a:pt x="5241251" y="3083163"/>
                </a:cubicBezTo>
                <a:cubicBezTo>
                  <a:pt x="5237514" y="3090637"/>
                  <a:pt x="5235645" y="3100150"/>
                  <a:pt x="5235645" y="3111700"/>
                </a:cubicBezTo>
                <a:cubicBezTo>
                  <a:pt x="5235645" y="3153826"/>
                  <a:pt x="5243799" y="3179815"/>
                  <a:pt x="5260106" y="3189667"/>
                </a:cubicBezTo>
                <a:cubicBezTo>
                  <a:pt x="5276412" y="3199519"/>
                  <a:pt x="5293399" y="3204445"/>
                  <a:pt x="5311065" y="3204445"/>
                </a:cubicBezTo>
                <a:cubicBezTo>
                  <a:pt x="5323295" y="3204445"/>
                  <a:pt x="5333826" y="3199689"/>
                  <a:pt x="5342659" y="3190177"/>
                </a:cubicBezTo>
                <a:cubicBezTo>
                  <a:pt x="5361684" y="3169793"/>
                  <a:pt x="5377990" y="3155355"/>
                  <a:pt x="5391579" y="3146862"/>
                </a:cubicBezTo>
                <a:cubicBezTo>
                  <a:pt x="5405168" y="3138369"/>
                  <a:pt x="5424362" y="3134122"/>
                  <a:pt x="5449163" y="3134122"/>
                </a:cubicBezTo>
                <a:cubicBezTo>
                  <a:pt x="5473963" y="3134122"/>
                  <a:pt x="5486362" y="3137519"/>
                  <a:pt x="5486362" y="3144314"/>
                </a:cubicBezTo>
                <a:cubicBezTo>
                  <a:pt x="5486362" y="3151108"/>
                  <a:pt x="5483814" y="3156884"/>
                  <a:pt x="5478719" y="3161640"/>
                </a:cubicBezTo>
                <a:cubicBezTo>
                  <a:pt x="5473623" y="3166396"/>
                  <a:pt x="5468697" y="3168774"/>
                  <a:pt x="5463941" y="3168774"/>
                </a:cubicBezTo>
                <a:cubicBezTo>
                  <a:pt x="5459185" y="3168774"/>
                  <a:pt x="5455278" y="3168265"/>
                  <a:pt x="5452220" y="3167246"/>
                </a:cubicBezTo>
                <a:cubicBezTo>
                  <a:pt x="5449163" y="3166226"/>
                  <a:pt x="5444916" y="3165717"/>
                  <a:pt x="5439480" y="3165717"/>
                </a:cubicBezTo>
                <a:cubicBezTo>
                  <a:pt x="5422494" y="3165717"/>
                  <a:pt x="5406527" y="3173191"/>
                  <a:pt x="5391579" y="3188138"/>
                </a:cubicBezTo>
                <a:cubicBezTo>
                  <a:pt x="5365760" y="3215996"/>
                  <a:pt x="5325672" y="3249629"/>
                  <a:pt x="5271317" y="3289037"/>
                </a:cubicBezTo>
                <a:cubicBezTo>
                  <a:pt x="5247536" y="3306023"/>
                  <a:pt x="5235645" y="3330144"/>
                  <a:pt x="5235645" y="3361398"/>
                </a:cubicBezTo>
                <a:cubicBezTo>
                  <a:pt x="5235645" y="3383141"/>
                  <a:pt x="5243459" y="3403354"/>
                  <a:pt x="5259086" y="3422039"/>
                </a:cubicBezTo>
                <a:cubicBezTo>
                  <a:pt x="5274714" y="3440724"/>
                  <a:pt x="5289322" y="3450066"/>
                  <a:pt x="5302911" y="3450066"/>
                </a:cubicBezTo>
                <a:cubicBezTo>
                  <a:pt x="5309705" y="3450066"/>
                  <a:pt x="5315312" y="3447688"/>
                  <a:pt x="5319727" y="3442932"/>
                </a:cubicBezTo>
                <a:cubicBezTo>
                  <a:pt x="5324144" y="3438176"/>
                  <a:pt x="5326352" y="3431721"/>
                  <a:pt x="5326352" y="3423568"/>
                </a:cubicBezTo>
                <a:cubicBezTo>
                  <a:pt x="5326352" y="3389596"/>
                  <a:pt x="5335525" y="3363437"/>
                  <a:pt x="5353870" y="3345091"/>
                </a:cubicBezTo>
                <a:cubicBezTo>
                  <a:pt x="5372215" y="3326746"/>
                  <a:pt x="5394976" y="3317574"/>
                  <a:pt x="5422154" y="3317574"/>
                </a:cubicBezTo>
                <a:cubicBezTo>
                  <a:pt x="5436423" y="3317574"/>
                  <a:pt x="5445595" y="3318593"/>
                  <a:pt x="5449673" y="3320631"/>
                </a:cubicBezTo>
                <a:cubicBezTo>
                  <a:pt x="5453749" y="3322670"/>
                  <a:pt x="5455788" y="3326746"/>
                  <a:pt x="5455788" y="3332862"/>
                </a:cubicBezTo>
                <a:cubicBezTo>
                  <a:pt x="5455788" y="3338976"/>
                  <a:pt x="5453749" y="3343393"/>
                  <a:pt x="5449673" y="3346111"/>
                </a:cubicBezTo>
                <a:cubicBezTo>
                  <a:pt x="5445595" y="3348829"/>
                  <a:pt x="5435234" y="3350187"/>
                  <a:pt x="5418587" y="3350187"/>
                </a:cubicBezTo>
                <a:cubicBezTo>
                  <a:pt x="5401941" y="3350187"/>
                  <a:pt x="5387843" y="3356642"/>
                  <a:pt x="5376291" y="3369552"/>
                </a:cubicBezTo>
                <a:cubicBezTo>
                  <a:pt x="5364741" y="3382461"/>
                  <a:pt x="5358965" y="3403354"/>
                  <a:pt x="5358965" y="3432231"/>
                </a:cubicBezTo>
                <a:cubicBezTo>
                  <a:pt x="5358965" y="3461108"/>
                  <a:pt x="5365590" y="3482850"/>
                  <a:pt x="5378839" y="3497458"/>
                </a:cubicBezTo>
                <a:cubicBezTo>
                  <a:pt x="5392089" y="3512066"/>
                  <a:pt x="5414341" y="3519370"/>
                  <a:pt x="5445595" y="3519370"/>
                </a:cubicBezTo>
                <a:lnTo>
                  <a:pt x="5540379" y="3519370"/>
                </a:lnTo>
                <a:cubicBezTo>
                  <a:pt x="5572992" y="3519370"/>
                  <a:pt x="5589300" y="3510877"/>
                  <a:pt x="5589300" y="3493891"/>
                </a:cubicBezTo>
                <a:cubicBezTo>
                  <a:pt x="5589300" y="3487776"/>
                  <a:pt x="5586242" y="3478773"/>
                  <a:pt x="5580127" y="3466883"/>
                </a:cubicBezTo>
                <a:cubicBezTo>
                  <a:pt x="5574012" y="3454992"/>
                  <a:pt x="5570954" y="3435119"/>
                  <a:pt x="5570954" y="3407261"/>
                </a:cubicBezTo>
                <a:cubicBezTo>
                  <a:pt x="5570954" y="3379404"/>
                  <a:pt x="5574521" y="3358171"/>
                  <a:pt x="5581655" y="3343563"/>
                </a:cubicBezTo>
                <a:cubicBezTo>
                  <a:pt x="5588790" y="3328955"/>
                  <a:pt x="5601189" y="3317913"/>
                  <a:pt x="5618855" y="3310440"/>
                </a:cubicBezTo>
                <a:cubicBezTo>
                  <a:pt x="5629726" y="3306363"/>
                  <a:pt x="5635162" y="3289377"/>
                  <a:pt x="5635162" y="3259481"/>
                </a:cubicBezTo>
                <a:cubicBezTo>
                  <a:pt x="5635162" y="3234341"/>
                  <a:pt x="5629726" y="3207163"/>
                  <a:pt x="5618855" y="3177947"/>
                </a:cubicBezTo>
                <a:cubicBezTo>
                  <a:pt x="5607984" y="3148730"/>
                  <a:pt x="5588281" y="3105925"/>
                  <a:pt x="5559743" y="3049531"/>
                </a:cubicBezTo>
                <a:cubicBezTo>
                  <a:pt x="5550911" y="3031186"/>
                  <a:pt x="5546494" y="3014199"/>
                  <a:pt x="5546494" y="2998572"/>
                </a:cubicBezTo>
                <a:cubicBezTo>
                  <a:pt x="5546494" y="2970715"/>
                  <a:pt x="5559913" y="2948293"/>
                  <a:pt x="5586751" y="2931306"/>
                </a:cubicBezTo>
                <a:cubicBezTo>
                  <a:pt x="5613589" y="2914320"/>
                  <a:pt x="5637200" y="2905827"/>
                  <a:pt x="5657584" y="2905827"/>
                </a:cubicBezTo>
                <a:cubicBezTo>
                  <a:pt x="5677968" y="2905827"/>
                  <a:pt x="5695973" y="2911432"/>
                  <a:pt x="5711600" y="2922643"/>
                </a:cubicBezTo>
                <a:cubicBezTo>
                  <a:pt x="5727228" y="2933854"/>
                  <a:pt x="5746762" y="2966128"/>
                  <a:pt x="5770203" y="3019465"/>
                </a:cubicBezTo>
                <a:cubicBezTo>
                  <a:pt x="5793644" y="3072802"/>
                  <a:pt x="5805364" y="3114588"/>
                  <a:pt x="5805364" y="3144824"/>
                </a:cubicBezTo>
                <a:cubicBezTo>
                  <a:pt x="5805364" y="3175059"/>
                  <a:pt x="5791605" y="3197651"/>
                  <a:pt x="5764088" y="3212599"/>
                </a:cubicBezTo>
                <a:cubicBezTo>
                  <a:pt x="5736571" y="3227547"/>
                  <a:pt x="5716186" y="3235021"/>
                  <a:pt x="5702937" y="3235021"/>
                </a:cubicBezTo>
                <a:cubicBezTo>
                  <a:pt x="5689688" y="3235021"/>
                  <a:pt x="5681874" y="3237568"/>
                  <a:pt x="5679496" y="3242664"/>
                </a:cubicBezTo>
                <a:cubicBezTo>
                  <a:pt x="5677118" y="3247760"/>
                  <a:pt x="5675929" y="3256423"/>
                  <a:pt x="5675929" y="3268653"/>
                </a:cubicBezTo>
                <a:lnTo>
                  <a:pt x="5675929" y="3303305"/>
                </a:lnTo>
                <a:cubicBezTo>
                  <a:pt x="5675929" y="3314856"/>
                  <a:pt x="5674061" y="3322840"/>
                  <a:pt x="5670323" y="3327256"/>
                </a:cubicBezTo>
                <a:cubicBezTo>
                  <a:pt x="5666586" y="3331672"/>
                  <a:pt x="5660302" y="3334220"/>
                  <a:pt x="5651469" y="3334900"/>
                </a:cubicBezTo>
                <a:cubicBezTo>
                  <a:pt x="5619535" y="3337618"/>
                  <a:pt x="5603568" y="3363097"/>
                  <a:pt x="5603568" y="3411338"/>
                </a:cubicBezTo>
                <a:cubicBezTo>
                  <a:pt x="5603568" y="3441913"/>
                  <a:pt x="5612400" y="3466203"/>
                  <a:pt x="5630066" y="3484209"/>
                </a:cubicBezTo>
                <a:cubicBezTo>
                  <a:pt x="5647732" y="3502214"/>
                  <a:pt x="5670494" y="3511217"/>
                  <a:pt x="5698351" y="3511217"/>
                </a:cubicBezTo>
                <a:lnTo>
                  <a:pt x="5797211" y="3511217"/>
                </a:lnTo>
                <a:cubicBezTo>
                  <a:pt x="5824389" y="3511217"/>
                  <a:pt x="5844093" y="3503403"/>
                  <a:pt x="5856323" y="3487776"/>
                </a:cubicBezTo>
                <a:cubicBezTo>
                  <a:pt x="5868553" y="3472149"/>
                  <a:pt x="5874668" y="3448028"/>
                  <a:pt x="5874668" y="3415415"/>
                </a:cubicBezTo>
                <a:lnTo>
                  <a:pt x="5874668" y="2956786"/>
                </a:lnTo>
                <a:cubicBezTo>
                  <a:pt x="5874668" y="2945235"/>
                  <a:pt x="5875518" y="2937082"/>
                  <a:pt x="5877216" y="2932326"/>
                </a:cubicBezTo>
                <a:cubicBezTo>
                  <a:pt x="5878915" y="2927570"/>
                  <a:pt x="5881802" y="2924512"/>
                  <a:pt x="5885879" y="2923153"/>
                </a:cubicBezTo>
                <a:cubicBezTo>
                  <a:pt x="5902865" y="2916359"/>
                  <a:pt x="5913906" y="2906846"/>
                  <a:pt x="5919003" y="2894616"/>
                </a:cubicBezTo>
                <a:cubicBezTo>
                  <a:pt x="5924098" y="2882386"/>
                  <a:pt x="5926646" y="2863361"/>
                  <a:pt x="5926646" y="2837542"/>
                </a:cubicBezTo>
                <a:cubicBezTo>
                  <a:pt x="5926646" y="2811723"/>
                  <a:pt x="5923419" y="2792699"/>
                  <a:pt x="5916964" y="2780469"/>
                </a:cubicBezTo>
                <a:cubicBezTo>
                  <a:pt x="5910509" y="2768238"/>
                  <a:pt x="5899808" y="2759066"/>
                  <a:pt x="5884860" y="2752951"/>
                </a:cubicBezTo>
                <a:cubicBezTo>
                  <a:pt x="5878066" y="2750233"/>
                  <a:pt x="5874668" y="2742420"/>
                  <a:pt x="5874668" y="2729510"/>
                </a:cubicBezTo>
                <a:lnTo>
                  <a:pt x="5874668" y="2636765"/>
                </a:lnTo>
                <a:cubicBezTo>
                  <a:pt x="5874668" y="2616382"/>
                  <a:pt x="5865836" y="2600584"/>
                  <a:pt x="5848169" y="2589373"/>
                </a:cubicBezTo>
                <a:cubicBezTo>
                  <a:pt x="5830504" y="2578162"/>
                  <a:pt x="5805364" y="2572557"/>
                  <a:pt x="5772751" y="2572557"/>
                </a:cubicBezTo>
                <a:cubicBezTo>
                  <a:pt x="5705485" y="2572557"/>
                  <a:pt x="5671852" y="2593959"/>
                  <a:pt x="5671852" y="2636765"/>
                </a:cubicBezTo>
                <a:lnTo>
                  <a:pt x="5671852" y="2728491"/>
                </a:lnTo>
                <a:cubicBezTo>
                  <a:pt x="5671852" y="2735965"/>
                  <a:pt x="5670663" y="2741230"/>
                  <a:pt x="5668285" y="2744288"/>
                </a:cubicBezTo>
                <a:cubicBezTo>
                  <a:pt x="5665907" y="2747345"/>
                  <a:pt x="5658943" y="2748874"/>
                  <a:pt x="5647392" y="2748874"/>
                </a:cubicBezTo>
                <a:cubicBezTo>
                  <a:pt x="5635841" y="2748874"/>
                  <a:pt x="5630066" y="2741740"/>
                  <a:pt x="5630066" y="2727471"/>
                </a:cubicBezTo>
                <a:cubicBezTo>
                  <a:pt x="5630066" y="2697576"/>
                  <a:pt x="5626670" y="2676173"/>
                  <a:pt x="5619875" y="2663263"/>
                </a:cubicBezTo>
                <a:cubicBezTo>
                  <a:pt x="5613080" y="2650354"/>
                  <a:pt x="5599151" y="2643899"/>
                  <a:pt x="5578088" y="2643899"/>
                </a:cubicBezTo>
                <a:cubicBezTo>
                  <a:pt x="5571973" y="2643899"/>
                  <a:pt x="5567897" y="2642031"/>
                  <a:pt x="5565858" y="2638294"/>
                </a:cubicBezTo>
                <a:cubicBezTo>
                  <a:pt x="5563820" y="2634557"/>
                  <a:pt x="5562461" y="2628272"/>
                  <a:pt x="5561781" y="2619439"/>
                </a:cubicBezTo>
                <a:cubicBezTo>
                  <a:pt x="5559064" y="2584787"/>
                  <a:pt x="5527469" y="2567461"/>
                  <a:pt x="5466998" y="2567461"/>
                </a:cubicBezTo>
                <a:close/>
                <a:moveTo>
                  <a:pt x="4447823" y="2567461"/>
                </a:moveTo>
                <a:cubicBezTo>
                  <a:pt x="4417927" y="2567461"/>
                  <a:pt x="4396695" y="2570688"/>
                  <a:pt x="4384125" y="2577143"/>
                </a:cubicBezTo>
                <a:cubicBezTo>
                  <a:pt x="4371555" y="2583598"/>
                  <a:pt x="4361873" y="2598376"/>
                  <a:pt x="4355078" y="2621477"/>
                </a:cubicBezTo>
                <a:cubicBezTo>
                  <a:pt x="4351681" y="2635746"/>
                  <a:pt x="4345906" y="2642880"/>
                  <a:pt x="4337752" y="2642880"/>
                </a:cubicBezTo>
                <a:cubicBezTo>
                  <a:pt x="4310574" y="2642880"/>
                  <a:pt x="4290700" y="2648825"/>
                  <a:pt x="4278131" y="2660715"/>
                </a:cubicBezTo>
                <a:cubicBezTo>
                  <a:pt x="4265561" y="2672606"/>
                  <a:pt x="4259276" y="2692140"/>
                  <a:pt x="4259276" y="2719318"/>
                </a:cubicBezTo>
                <a:lnTo>
                  <a:pt x="4259276" y="3039339"/>
                </a:lnTo>
                <a:cubicBezTo>
                  <a:pt x="4259276" y="3048172"/>
                  <a:pt x="4254180" y="3055985"/>
                  <a:pt x="4243988" y="3062780"/>
                </a:cubicBezTo>
                <a:cubicBezTo>
                  <a:pt x="4233117" y="3068895"/>
                  <a:pt x="4225813" y="3075690"/>
                  <a:pt x="4222076" y="3083163"/>
                </a:cubicBezTo>
                <a:cubicBezTo>
                  <a:pt x="4218339" y="3090637"/>
                  <a:pt x="4216471" y="3100150"/>
                  <a:pt x="4216471" y="3111700"/>
                </a:cubicBezTo>
                <a:cubicBezTo>
                  <a:pt x="4216471" y="3153826"/>
                  <a:pt x="4224624" y="3179815"/>
                  <a:pt x="4240931" y="3189667"/>
                </a:cubicBezTo>
                <a:cubicBezTo>
                  <a:pt x="4257237" y="3199519"/>
                  <a:pt x="4274224" y="3204445"/>
                  <a:pt x="4291889" y="3204445"/>
                </a:cubicBezTo>
                <a:cubicBezTo>
                  <a:pt x="4304119" y="3204445"/>
                  <a:pt x="4314651" y="3199689"/>
                  <a:pt x="4323484" y="3190177"/>
                </a:cubicBezTo>
                <a:cubicBezTo>
                  <a:pt x="4342508" y="3169793"/>
                  <a:pt x="4358815" y="3155355"/>
                  <a:pt x="4372404" y="3146862"/>
                </a:cubicBezTo>
                <a:cubicBezTo>
                  <a:pt x="4385993" y="3138369"/>
                  <a:pt x="4405188" y="3134122"/>
                  <a:pt x="4429988" y="3134122"/>
                </a:cubicBezTo>
                <a:cubicBezTo>
                  <a:pt x="4454788" y="3134122"/>
                  <a:pt x="4467187" y="3137519"/>
                  <a:pt x="4467187" y="3144314"/>
                </a:cubicBezTo>
                <a:cubicBezTo>
                  <a:pt x="4467187" y="3151108"/>
                  <a:pt x="4464639" y="3156884"/>
                  <a:pt x="4459544" y="3161640"/>
                </a:cubicBezTo>
                <a:cubicBezTo>
                  <a:pt x="4454448" y="3166396"/>
                  <a:pt x="4449522" y="3168774"/>
                  <a:pt x="4444766" y="3168774"/>
                </a:cubicBezTo>
                <a:cubicBezTo>
                  <a:pt x="4440010" y="3168774"/>
                  <a:pt x="4436103" y="3168265"/>
                  <a:pt x="4433045" y="3167246"/>
                </a:cubicBezTo>
                <a:cubicBezTo>
                  <a:pt x="4429988" y="3166226"/>
                  <a:pt x="4425741" y="3165717"/>
                  <a:pt x="4420306" y="3165717"/>
                </a:cubicBezTo>
                <a:cubicBezTo>
                  <a:pt x="4403319" y="3165717"/>
                  <a:pt x="4387352" y="3173191"/>
                  <a:pt x="4372404" y="3188138"/>
                </a:cubicBezTo>
                <a:cubicBezTo>
                  <a:pt x="4346585" y="3215996"/>
                  <a:pt x="4306498" y="3249629"/>
                  <a:pt x="4252142" y="3289037"/>
                </a:cubicBezTo>
                <a:cubicBezTo>
                  <a:pt x="4228361" y="3306023"/>
                  <a:pt x="4216471" y="3330144"/>
                  <a:pt x="4216471" y="3361398"/>
                </a:cubicBezTo>
                <a:cubicBezTo>
                  <a:pt x="4216471" y="3383141"/>
                  <a:pt x="4224284" y="3403354"/>
                  <a:pt x="4239912" y="3422039"/>
                </a:cubicBezTo>
                <a:cubicBezTo>
                  <a:pt x="4255539" y="3440724"/>
                  <a:pt x="4270147" y="3450066"/>
                  <a:pt x="4283736" y="3450066"/>
                </a:cubicBezTo>
                <a:cubicBezTo>
                  <a:pt x="4290531" y="3450066"/>
                  <a:pt x="4296136" y="3447688"/>
                  <a:pt x="4300552" y="3442932"/>
                </a:cubicBezTo>
                <a:cubicBezTo>
                  <a:pt x="4304969" y="3438176"/>
                  <a:pt x="4307177" y="3431721"/>
                  <a:pt x="4307177" y="3423568"/>
                </a:cubicBezTo>
                <a:cubicBezTo>
                  <a:pt x="4307177" y="3389596"/>
                  <a:pt x="4316349" y="3363437"/>
                  <a:pt x="4334695" y="3345091"/>
                </a:cubicBezTo>
                <a:cubicBezTo>
                  <a:pt x="4353040" y="3326746"/>
                  <a:pt x="4375802" y="3317574"/>
                  <a:pt x="4402980" y="3317574"/>
                </a:cubicBezTo>
                <a:cubicBezTo>
                  <a:pt x="4417248" y="3317574"/>
                  <a:pt x="4426421" y="3318593"/>
                  <a:pt x="4430497" y="3320631"/>
                </a:cubicBezTo>
                <a:cubicBezTo>
                  <a:pt x="4434574" y="3322670"/>
                  <a:pt x="4436612" y="3326746"/>
                  <a:pt x="4436612" y="3332862"/>
                </a:cubicBezTo>
                <a:cubicBezTo>
                  <a:pt x="4436612" y="3338976"/>
                  <a:pt x="4434574" y="3343393"/>
                  <a:pt x="4430497" y="3346111"/>
                </a:cubicBezTo>
                <a:cubicBezTo>
                  <a:pt x="4426421" y="3348829"/>
                  <a:pt x="4416059" y="3350187"/>
                  <a:pt x="4399412" y="3350187"/>
                </a:cubicBezTo>
                <a:cubicBezTo>
                  <a:pt x="4382766" y="3350187"/>
                  <a:pt x="4368667" y="3356642"/>
                  <a:pt x="4357117" y="3369552"/>
                </a:cubicBezTo>
                <a:cubicBezTo>
                  <a:pt x="4345566" y="3382461"/>
                  <a:pt x="4339791" y="3403354"/>
                  <a:pt x="4339791" y="3432231"/>
                </a:cubicBezTo>
                <a:cubicBezTo>
                  <a:pt x="4339791" y="3461108"/>
                  <a:pt x="4346415" y="3482850"/>
                  <a:pt x="4359665" y="3497458"/>
                </a:cubicBezTo>
                <a:cubicBezTo>
                  <a:pt x="4372914" y="3512066"/>
                  <a:pt x="4395166" y="3519370"/>
                  <a:pt x="4426421" y="3519370"/>
                </a:cubicBezTo>
                <a:lnTo>
                  <a:pt x="4521204" y="3519370"/>
                </a:lnTo>
                <a:cubicBezTo>
                  <a:pt x="4553817" y="3519370"/>
                  <a:pt x="4570124" y="3510877"/>
                  <a:pt x="4570124" y="3493891"/>
                </a:cubicBezTo>
                <a:cubicBezTo>
                  <a:pt x="4570124" y="3487776"/>
                  <a:pt x="4567067" y="3478773"/>
                  <a:pt x="4560952" y="3466883"/>
                </a:cubicBezTo>
                <a:cubicBezTo>
                  <a:pt x="4554837" y="3454992"/>
                  <a:pt x="4551779" y="3435119"/>
                  <a:pt x="4551779" y="3407261"/>
                </a:cubicBezTo>
                <a:cubicBezTo>
                  <a:pt x="4551779" y="3379404"/>
                  <a:pt x="4555346" y="3358171"/>
                  <a:pt x="4562480" y="3343563"/>
                </a:cubicBezTo>
                <a:cubicBezTo>
                  <a:pt x="4569615" y="3328955"/>
                  <a:pt x="4582015" y="3317913"/>
                  <a:pt x="4599680" y="3310440"/>
                </a:cubicBezTo>
                <a:cubicBezTo>
                  <a:pt x="4610551" y="3306363"/>
                  <a:pt x="4615987" y="3289377"/>
                  <a:pt x="4615987" y="3259481"/>
                </a:cubicBezTo>
                <a:cubicBezTo>
                  <a:pt x="4615987" y="3234341"/>
                  <a:pt x="4610551" y="3207163"/>
                  <a:pt x="4599680" y="3177947"/>
                </a:cubicBezTo>
                <a:cubicBezTo>
                  <a:pt x="4588809" y="3148730"/>
                  <a:pt x="4569105" y="3105925"/>
                  <a:pt x="4540568" y="3049531"/>
                </a:cubicBezTo>
                <a:cubicBezTo>
                  <a:pt x="4531735" y="3031186"/>
                  <a:pt x="4527319" y="3014199"/>
                  <a:pt x="4527319" y="2998572"/>
                </a:cubicBezTo>
                <a:cubicBezTo>
                  <a:pt x="4527319" y="2970715"/>
                  <a:pt x="4540738" y="2948293"/>
                  <a:pt x="4567576" y="2931306"/>
                </a:cubicBezTo>
                <a:cubicBezTo>
                  <a:pt x="4594414" y="2914320"/>
                  <a:pt x="4618025" y="2905827"/>
                  <a:pt x="4638409" y="2905827"/>
                </a:cubicBezTo>
                <a:cubicBezTo>
                  <a:pt x="4658792" y="2905827"/>
                  <a:pt x="4676798" y="2911432"/>
                  <a:pt x="4692425" y="2922643"/>
                </a:cubicBezTo>
                <a:cubicBezTo>
                  <a:pt x="4708052" y="2933854"/>
                  <a:pt x="4727587" y="2966128"/>
                  <a:pt x="4751028" y="3019465"/>
                </a:cubicBezTo>
                <a:cubicBezTo>
                  <a:pt x="4774469" y="3072802"/>
                  <a:pt x="4786189" y="3114588"/>
                  <a:pt x="4786189" y="3144824"/>
                </a:cubicBezTo>
                <a:cubicBezTo>
                  <a:pt x="4786189" y="3175059"/>
                  <a:pt x="4772430" y="3197651"/>
                  <a:pt x="4744913" y="3212599"/>
                </a:cubicBezTo>
                <a:cubicBezTo>
                  <a:pt x="4717395" y="3227547"/>
                  <a:pt x="4697012" y="3235021"/>
                  <a:pt x="4683762" y="3235021"/>
                </a:cubicBezTo>
                <a:cubicBezTo>
                  <a:pt x="4670513" y="3235021"/>
                  <a:pt x="4662699" y="3237568"/>
                  <a:pt x="4660321" y="3242664"/>
                </a:cubicBezTo>
                <a:cubicBezTo>
                  <a:pt x="4657943" y="3247760"/>
                  <a:pt x="4656754" y="3256423"/>
                  <a:pt x="4656754" y="3268653"/>
                </a:cubicBezTo>
                <a:lnTo>
                  <a:pt x="4656754" y="3303305"/>
                </a:lnTo>
                <a:cubicBezTo>
                  <a:pt x="4656754" y="3314856"/>
                  <a:pt x="4654885" y="3322840"/>
                  <a:pt x="4651149" y="3327256"/>
                </a:cubicBezTo>
                <a:cubicBezTo>
                  <a:pt x="4647412" y="3331672"/>
                  <a:pt x="4641127" y="3334220"/>
                  <a:pt x="4632294" y="3334900"/>
                </a:cubicBezTo>
                <a:cubicBezTo>
                  <a:pt x="4600360" y="3337618"/>
                  <a:pt x="4584393" y="3363097"/>
                  <a:pt x="4584393" y="3411338"/>
                </a:cubicBezTo>
                <a:cubicBezTo>
                  <a:pt x="4584393" y="3441913"/>
                  <a:pt x="4593226" y="3466203"/>
                  <a:pt x="4610891" y="3484209"/>
                </a:cubicBezTo>
                <a:cubicBezTo>
                  <a:pt x="4628557" y="3502214"/>
                  <a:pt x="4651318" y="3511217"/>
                  <a:pt x="4679176" y="3511217"/>
                </a:cubicBezTo>
                <a:lnTo>
                  <a:pt x="4778036" y="3511217"/>
                </a:lnTo>
                <a:cubicBezTo>
                  <a:pt x="4805214" y="3511217"/>
                  <a:pt x="4824918" y="3503403"/>
                  <a:pt x="4837148" y="3487776"/>
                </a:cubicBezTo>
                <a:cubicBezTo>
                  <a:pt x="4849378" y="3472149"/>
                  <a:pt x="4855493" y="3448028"/>
                  <a:pt x="4855493" y="3415415"/>
                </a:cubicBezTo>
                <a:lnTo>
                  <a:pt x="4855493" y="2956786"/>
                </a:lnTo>
                <a:cubicBezTo>
                  <a:pt x="4855493" y="2945235"/>
                  <a:pt x="4856342" y="2937082"/>
                  <a:pt x="4858041" y="2932326"/>
                </a:cubicBezTo>
                <a:cubicBezTo>
                  <a:pt x="4859740" y="2927570"/>
                  <a:pt x="4862627" y="2924512"/>
                  <a:pt x="4866704" y="2923153"/>
                </a:cubicBezTo>
                <a:cubicBezTo>
                  <a:pt x="4883691" y="2916359"/>
                  <a:pt x="4894731" y="2906846"/>
                  <a:pt x="4899827" y="2894616"/>
                </a:cubicBezTo>
                <a:cubicBezTo>
                  <a:pt x="4904923" y="2882386"/>
                  <a:pt x="4907471" y="2863361"/>
                  <a:pt x="4907471" y="2837542"/>
                </a:cubicBezTo>
                <a:cubicBezTo>
                  <a:pt x="4907471" y="2811723"/>
                  <a:pt x="4904244" y="2792699"/>
                  <a:pt x="4897789" y="2780469"/>
                </a:cubicBezTo>
                <a:cubicBezTo>
                  <a:pt x="4891334" y="2768238"/>
                  <a:pt x="4880633" y="2759066"/>
                  <a:pt x="4865685" y="2752951"/>
                </a:cubicBezTo>
                <a:cubicBezTo>
                  <a:pt x="4858890" y="2750233"/>
                  <a:pt x="4855493" y="2742420"/>
                  <a:pt x="4855493" y="2729510"/>
                </a:cubicBezTo>
                <a:lnTo>
                  <a:pt x="4855493" y="2636765"/>
                </a:lnTo>
                <a:cubicBezTo>
                  <a:pt x="4855493" y="2616382"/>
                  <a:pt x="4846660" y="2600584"/>
                  <a:pt x="4828995" y="2589373"/>
                </a:cubicBezTo>
                <a:cubicBezTo>
                  <a:pt x="4811329" y="2578162"/>
                  <a:pt x="4786189" y="2572557"/>
                  <a:pt x="4753576" y="2572557"/>
                </a:cubicBezTo>
                <a:cubicBezTo>
                  <a:pt x="4686310" y="2572557"/>
                  <a:pt x="4652677" y="2593959"/>
                  <a:pt x="4652677" y="2636765"/>
                </a:cubicBezTo>
                <a:lnTo>
                  <a:pt x="4652677" y="2728491"/>
                </a:lnTo>
                <a:cubicBezTo>
                  <a:pt x="4652677" y="2735965"/>
                  <a:pt x="4651488" y="2741230"/>
                  <a:pt x="4649110" y="2744288"/>
                </a:cubicBezTo>
                <a:cubicBezTo>
                  <a:pt x="4646732" y="2747345"/>
                  <a:pt x="4639768" y="2748874"/>
                  <a:pt x="4628217" y="2748874"/>
                </a:cubicBezTo>
                <a:cubicBezTo>
                  <a:pt x="4616667" y="2748874"/>
                  <a:pt x="4610891" y="2741740"/>
                  <a:pt x="4610891" y="2727471"/>
                </a:cubicBezTo>
                <a:cubicBezTo>
                  <a:pt x="4610891" y="2697576"/>
                  <a:pt x="4607494" y="2676173"/>
                  <a:pt x="4600699" y="2663263"/>
                </a:cubicBezTo>
                <a:cubicBezTo>
                  <a:pt x="4593905" y="2650354"/>
                  <a:pt x="4579976" y="2643899"/>
                  <a:pt x="4558913" y="2643899"/>
                </a:cubicBezTo>
                <a:cubicBezTo>
                  <a:pt x="4552798" y="2643899"/>
                  <a:pt x="4548721" y="2642031"/>
                  <a:pt x="4546683" y="2638294"/>
                </a:cubicBezTo>
                <a:cubicBezTo>
                  <a:pt x="4544645" y="2634557"/>
                  <a:pt x="4543286" y="2628272"/>
                  <a:pt x="4542606" y="2619439"/>
                </a:cubicBezTo>
                <a:cubicBezTo>
                  <a:pt x="4539889" y="2584787"/>
                  <a:pt x="4508294" y="2567461"/>
                  <a:pt x="4447823" y="2567461"/>
                </a:cubicBezTo>
                <a:close/>
                <a:moveTo>
                  <a:pt x="7488022" y="2566442"/>
                </a:moveTo>
                <a:cubicBezTo>
                  <a:pt x="7448614" y="2566442"/>
                  <a:pt x="7419737" y="2571368"/>
                  <a:pt x="7401392" y="2581220"/>
                </a:cubicBezTo>
                <a:cubicBezTo>
                  <a:pt x="7383047" y="2591072"/>
                  <a:pt x="7373875" y="2606869"/>
                  <a:pt x="7373875" y="2628611"/>
                </a:cubicBezTo>
                <a:lnTo>
                  <a:pt x="7373875" y="2669378"/>
                </a:lnTo>
                <a:cubicBezTo>
                  <a:pt x="7373875" y="2675493"/>
                  <a:pt x="7372516" y="2679231"/>
                  <a:pt x="7369798" y="2680589"/>
                </a:cubicBezTo>
                <a:cubicBezTo>
                  <a:pt x="7367080" y="2681948"/>
                  <a:pt x="7362154" y="2682628"/>
                  <a:pt x="7355020" y="2682628"/>
                </a:cubicBezTo>
                <a:cubicBezTo>
                  <a:pt x="7347885" y="2682628"/>
                  <a:pt x="7343129" y="2681778"/>
                  <a:pt x="7340751" y="2680080"/>
                </a:cubicBezTo>
                <a:cubicBezTo>
                  <a:pt x="7338373" y="2678381"/>
                  <a:pt x="7337184" y="2675154"/>
                  <a:pt x="7337184" y="2670398"/>
                </a:cubicBezTo>
                <a:lnTo>
                  <a:pt x="7337184" y="2636765"/>
                </a:lnTo>
                <a:cubicBezTo>
                  <a:pt x="7337184" y="2624535"/>
                  <a:pt x="7334296" y="2616042"/>
                  <a:pt x="7328521" y="2611285"/>
                </a:cubicBezTo>
                <a:cubicBezTo>
                  <a:pt x="7322746" y="2606529"/>
                  <a:pt x="7313573" y="2601773"/>
                  <a:pt x="7301003" y="2597017"/>
                </a:cubicBezTo>
                <a:cubicBezTo>
                  <a:pt x="7288434" y="2592261"/>
                  <a:pt x="7274505" y="2589883"/>
                  <a:pt x="7259217" y="2589883"/>
                </a:cubicBezTo>
                <a:cubicBezTo>
                  <a:pt x="7243930" y="2589883"/>
                  <a:pt x="7223037" y="2594639"/>
                  <a:pt x="7196538" y="2604151"/>
                </a:cubicBezTo>
                <a:cubicBezTo>
                  <a:pt x="7170039" y="2613664"/>
                  <a:pt x="7153053" y="2624535"/>
                  <a:pt x="7145579" y="2636765"/>
                </a:cubicBezTo>
                <a:cubicBezTo>
                  <a:pt x="7138105" y="2648995"/>
                  <a:pt x="7134368" y="2663603"/>
                  <a:pt x="7134368" y="2680589"/>
                </a:cubicBezTo>
                <a:cubicBezTo>
                  <a:pt x="7134368" y="2689422"/>
                  <a:pt x="7129952" y="2693839"/>
                  <a:pt x="7121119" y="2693839"/>
                </a:cubicBezTo>
                <a:cubicBezTo>
                  <a:pt x="7085108" y="2693839"/>
                  <a:pt x="7058270" y="2699954"/>
                  <a:pt x="7040604" y="2712184"/>
                </a:cubicBezTo>
                <a:cubicBezTo>
                  <a:pt x="7022939" y="2724414"/>
                  <a:pt x="7014106" y="2746836"/>
                  <a:pt x="7014106" y="2779449"/>
                </a:cubicBezTo>
                <a:lnTo>
                  <a:pt x="7014106" y="2853849"/>
                </a:lnTo>
                <a:cubicBezTo>
                  <a:pt x="7014106" y="2891898"/>
                  <a:pt x="7025826" y="2916019"/>
                  <a:pt x="7049267" y="2926211"/>
                </a:cubicBezTo>
                <a:cubicBezTo>
                  <a:pt x="7072708" y="2936403"/>
                  <a:pt x="7092922" y="2941498"/>
                  <a:pt x="7109908" y="2941498"/>
                </a:cubicBezTo>
                <a:cubicBezTo>
                  <a:pt x="7126895" y="2941498"/>
                  <a:pt x="7135387" y="2931986"/>
                  <a:pt x="7135387" y="2912961"/>
                </a:cubicBezTo>
                <a:lnTo>
                  <a:pt x="7135387" y="2882386"/>
                </a:lnTo>
                <a:cubicBezTo>
                  <a:pt x="7135387" y="2856567"/>
                  <a:pt x="7146429" y="2833636"/>
                  <a:pt x="7168511" y="2813592"/>
                </a:cubicBezTo>
                <a:cubicBezTo>
                  <a:pt x="7190593" y="2793548"/>
                  <a:pt x="7215902" y="2783526"/>
                  <a:pt x="7244439" y="2783526"/>
                </a:cubicBezTo>
                <a:lnTo>
                  <a:pt x="7698991" y="2783526"/>
                </a:lnTo>
                <a:cubicBezTo>
                  <a:pt x="7785961" y="2783526"/>
                  <a:pt x="7829446" y="2815460"/>
                  <a:pt x="7829446" y="2879328"/>
                </a:cubicBezTo>
                <a:lnTo>
                  <a:pt x="7829446" y="2912961"/>
                </a:lnTo>
                <a:cubicBezTo>
                  <a:pt x="7829446" y="2924512"/>
                  <a:pt x="7831654" y="2932835"/>
                  <a:pt x="7836070" y="2937931"/>
                </a:cubicBezTo>
                <a:cubicBezTo>
                  <a:pt x="7840487" y="2943027"/>
                  <a:pt x="7847791" y="2945575"/>
                  <a:pt x="7857982" y="2945575"/>
                </a:cubicBezTo>
                <a:cubicBezTo>
                  <a:pt x="7877687" y="2945575"/>
                  <a:pt x="7898920" y="2940479"/>
                  <a:pt x="7921681" y="2930287"/>
                </a:cubicBezTo>
                <a:cubicBezTo>
                  <a:pt x="7944443" y="2920095"/>
                  <a:pt x="7955823" y="2898693"/>
                  <a:pt x="7955823" y="2866079"/>
                </a:cubicBezTo>
                <a:lnTo>
                  <a:pt x="7955823" y="2762123"/>
                </a:lnTo>
                <a:cubicBezTo>
                  <a:pt x="7955823" y="2739701"/>
                  <a:pt x="7947840" y="2721017"/>
                  <a:pt x="7931873" y="2706069"/>
                </a:cubicBezTo>
                <a:cubicBezTo>
                  <a:pt x="7915906" y="2691121"/>
                  <a:pt x="7894333" y="2683647"/>
                  <a:pt x="7867155" y="2683647"/>
                </a:cubicBezTo>
                <a:cubicBezTo>
                  <a:pt x="7857643" y="2683647"/>
                  <a:pt x="7851698" y="2682628"/>
                  <a:pt x="7849320" y="2680589"/>
                </a:cubicBezTo>
                <a:cubicBezTo>
                  <a:pt x="7846942" y="2678551"/>
                  <a:pt x="7845752" y="2673795"/>
                  <a:pt x="7845752" y="2666321"/>
                </a:cubicBezTo>
                <a:cubicBezTo>
                  <a:pt x="7845752" y="2640502"/>
                  <a:pt x="7830804" y="2620798"/>
                  <a:pt x="7800909" y="2607209"/>
                </a:cubicBezTo>
                <a:cubicBezTo>
                  <a:pt x="7771013" y="2593620"/>
                  <a:pt x="7744175" y="2586825"/>
                  <a:pt x="7720394" y="2586825"/>
                </a:cubicBezTo>
                <a:cubicBezTo>
                  <a:pt x="7696613" y="2586825"/>
                  <a:pt x="7677419" y="2591072"/>
                  <a:pt x="7662811" y="2599565"/>
                </a:cubicBezTo>
                <a:cubicBezTo>
                  <a:pt x="7648203" y="2608058"/>
                  <a:pt x="7640898" y="2619099"/>
                  <a:pt x="7640898" y="2632688"/>
                </a:cubicBezTo>
                <a:lnTo>
                  <a:pt x="7640898" y="2669378"/>
                </a:lnTo>
                <a:cubicBezTo>
                  <a:pt x="7640898" y="2675493"/>
                  <a:pt x="7639879" y="2679231"/>
                  <a:pt x="7637841" y="2680589"/>
                </a:cubicBezTo>
                <a:cubicBezTo>
                  <a:pt x="7635802" y="2681948"/>
                  <a:pt x="7630707" y="2682628"/>
                  <a:pt x="7622553" y="2682628"/>
                </a:cubicBezTo>
                <a:cubicBezTo>
                  <a:pt x="7614400" y="2682628"/>
                  <a:pt x="7609134" y="2681948"/>
                  <a:pt x="7606756" y="2680589"/>
                </a:cubicBezTo>
                <a:cubicBezTo>
                  <a:pt x="7604378" y="2679231"/>
                  <a:pt x="7603189" y="2675833"/>
                  <a:pt x="7603189" y="2670398"/>
                </a:cubicBezTo>
                <a:lnTo>
                  <a:pt x="7603189" y="2628611"/>
                </a:lnTo>
                <a:cubicBezTo>
                  <a:pt x="7603189" y="2605510"/>
                  <a:pt x="7593846" y="2589373"/>
                  <a:pt x="7575161" y="2580201"/>
                </a:cubicBezTo>
                <a:cubicBezTo>
                  <a:pt x="7556477" y="2571028"/>
                  <a:pt x="7527430" y="2566442"/>
                  <a:pt x="7488022" y="256644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638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949</TotalTime>
  <Words>329</Words>
  <Application>Microsoft Office PowerPoint</Application>
  <PresentationFormat>宽屏</PresentationFormat>
  <Paragraphs>107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等线</vt:lpstr>
      <vt:lpstr>等线 Light</vt:lpstr>
      <vt:lpstr>黑体</vt:lpstr>
      <vt:lpstr>华文行楷</vt:lpstr>
      <vt:lpstr>华文琥珀</vt:lpstr>
      <vt:lpstr>华文楷体</vt:lpstr>
      <vt:lpstr>华文中宋</vt:lpstr>
      <vt:lpstr>楷体</vt:lpstr>
      <vt:lpstr>微软雅黑</vt:lpstr>
      <vt:lpstr>幼圆</vt:lpstr>
      <vt:lpstr>Arial</vt:lpstr>
      <vt:lpstr>Office 主题​​</vt:lpstr>
      <vt:lpstr>电脑硬件介绍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电脑硬件介绍</dc:title>
  <dc:creator>王文喜</dc:creator>
  <cp:lastModifiedBy>王文喜</cp:lastModifiedBy>
  <cp:revision>101</cp:revision>
  <dcterms:created xsi:type="dcterms:W3CDTF">2017-10-01T11:12:31Z</dcterms:created>
  <dcterms:modified xsi:type="dcterms:W3CDTF">2017-10-05T04:56:07Z</dcterms:modified>
</cp:coreProperties>
</file>