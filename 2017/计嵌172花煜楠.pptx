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2"/>
      </p:cViewPr>
      <p:guideLst>
        <p:guide orient="horz" pos="43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705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98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35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762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26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41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0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52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124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40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902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614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955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94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40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640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94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A891198-9CC5-4AD8-B1F9-CBEE27E0B033}" type="datetimeFigureOut">
              <a:rPr lang="zh-CN" altLang="en-US" smtClean="0"/>
              <a:t>2017/9/30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4C67D7E-E3AA-4C77-A38C-D98503176A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4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形 12" descr="丝带">
            <a:extLst>
              <a:ext uri="{FF2B5EF4-FFF2-40B4-BE49-F238E27FC236}">
                <a16:creationId xmlns:a16="http://schemas.microsoft.com/office/drawing/2014/main" id="{8B7C2B80-36D4-412E-B515-61423D6A2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9919" y="1058833"/>
            <a:ext cx="1227166" cy="1227166"/>
          </a:xfrm>
          <a:prstGeom prst="rect">
            <a:avLst/>
          </a:prstGeom>
        </p:spPr>
      </p:pic>
      <p:sp>
        <p:nvSpPr>
          <p:cNvPr id="15" name="标题 14">
            <a:extLst>
              <a:ext uri="{FF2B5EF4-FFF2-40B4-BE49-F238E27FC236}">
                <a16:creationId xmlns:a16="http://schemas.microsoft.com/office/drawing/2014/main" id="{D3F87BAC-A817-4320-B03B-776CC21E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65000"/>
                  </a:schemeClr>
                </a:solidFill>
              </a:rPr>
              <a:t>First try , a litter shy</a:t>
            </a:r>
          </a:p>
        </p:txBody>
      </p:sp>
      <p:sp>
        <p:nvSpPr>
          <p:cNvPr id="9" name="竖排文字占位符 8">
            <a:extLst>
              <a:ext uri="{FF2B5EF4-FFF2-40B4-BE49-F238E27FC236}">
                <a16:creationId xmlns:a16="http://schemas.microsoft.com/office/drawing/2014/main" id="{16517625-89F3-4673-81D4-ECCE2F2BF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17085" y="2067066"/>
            <a:ext cx="5844429" cy="4378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2000" dirty="0"/>
              <a:t>                                                    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制作人  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  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花煜楠</a:t>
            </a:r>
          </a:p>
        </p:txBody>
      </p:sp>
      <p:pic>
        <p:nvPicPr>
          <p:cNvPr id="5" name="图片 4" descr="图片包含 文字&#10;&#10;已生成极高可信度的说明">
            <a:extLst>
              <a:ext uri="{FF2B5EF4-FFF2-40B4-BE49-F238E27FC236}">
                <a16:creationId xmlns:a16="http://schemas.microsoft.com/office/drawing/2014/main" id="{590DDB7E-7127-41D8-9A88-60A8489BC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502" y="2665439"/>
            <a:ext cx="5351736" cy="334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99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64E19-63E6-4F50-9A10-E57943E72E64}"/>
              </a:ext>
            </a:extLst>
          </p:cNvPr>
          <p:cNvSpPr>
            <a:spLocks noGrp="1"/>
          </p:cNvSpPr>
          <p:nvPr>
            <p:ph type="title"/>
          </p:nvPr>
        </p:nvSpPr>
        <p:spPr bwMode="hidden">
          <a:xfrm>
            <a:off x="0" y="1"/>
            <a:ext cx="12191999" cy="1042988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pPr algn="ctr"/>
            <a:r>
              <a:rPr lang="en-US" altLang="zh-CN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2017</a:t>
            </a:r>
            <a:r>
              <a:rPr lang="zh-CN" altLang="en-US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年国庆假期电影档预告及影评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AD6C99E-CF53-4B58-BFB8-605B05527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2988"/>
            <a:ext cx="3981450" cy="5815012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455E048-C7FC-4AC9-8C36-9B7FE430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1042988"/>
            <a:ext cx="4143375" cy="58150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3E82FF5-B11B-4260-8F6D-71FE98153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825" y="1042988"/>
            <a:ext cx="4067175" cy="581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71B1F-3B58-4331-B1D1-C1C0E793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4400" b="1" dirty="0">
                <a:solidFill>
                  <a:schemeClr val="bg2">
                    <a:lumMod val="50000"/>
                  </a:schemeClr>
                </a:solidFill>
              </a:rPr>
              <a:t>羞羞的铁拳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494F40-FD4B-4453-A790-39BA3DA14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690688"/>
            <a:ext cx="6588625" cy="43907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zh-CN" altLang="en-US" sz="1700" dirty="0">
                <a:solidFill>
                  <a:schemeClr val="bg1"/>
                </a:solidFill>
              </a:rPr>
              <a:t>　</a:t>
            </a:r>
            <a:r>
              <a:rPr lang="zh-CN" altLang="en-US" sz="1700" dirty="0">
                <a:solidFill>
                  <a:schemeClr val="bg1">
                    <a:lumMod val="50000"/>
                  </a:schemeClr>
                </a:solidFill>
              </a:rPr>
              <a:t>　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两年前的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号，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《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夏洛特烦恼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》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一骑绝尘，近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15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亿票房证明了这家话剧公司的电影操盘能力。随后的小成本高口碑影片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《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驴得水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》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，则显示了开心麻花影片类型的多元化，票房只有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1.7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亿，但凭借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1000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万的成本获得了近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500%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的收益率。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　　时隔两年，开心麻花再次瞄准了国庆档，在影片投入上比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《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夏洛特烦恼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》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也有所提升。“具体多了多少我还真不知道，我只管花。”张吃鱼向数娱梦工厂笑言。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　　在经历了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2017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年上半年业绩提升但净利下滑风波之后，市场普遍认为，该作品是开心麻花冲刺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IPO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的关键，其票房表现将直接关系到开心麻花</a:t>
            </a:r>
            <a:r>
              <a:rPr lang="en-US" altLang="zh-CN" sz="1700" b="1" dirty="0">
                <a:solidFill>
                  <a:schemeClr val="bg1">
                    <a:lumMod val="50000"/>
                  </a:schemeClr>
                </a:solidFill>
              </a:rPr>
              <a:t>2017</a:t>
            </a: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年的业绩情况。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zh-CN" altLang="en-US" sz="1700" b="1" dirty="0">
                <a:solidFill>
                  <a:schemeClr val="bg1">
                    <a:lumMod val="50000"/>
                  </a:schemeClr>
                </a:solidFill>
              </a:rPr>
              <a:t>　　而在一切都未有结果之前，我们想先跟话剧兼电影的编剧、导演张吃鱼聊聊，开心麻花在喜剧影片上的创作思路，从话剧到电影的改编逻辑以及对喜剧影片可能性的种种探索。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altLang="zh-CN" sz="1700" dirty="0">
              <a:solidFill>
                <a:schemeClr val="bg1"/>
              </a:solidFill>
            </a:endParaRPr>
          </a:p>
        </p:txBody>
      </p:sp>
      <p:pic>
        <p:nvPicPr>
          <p:cNvPr id="10" name="内容占位符 9" descr="图片包含 男士&#10;&#10;已生成高可信度的说明">
            <a:extLst>
              <a:ext uri="{FF2B5EF4-FFF2-40B4-BE49-F238E27FC236}">
                <a16:creationId xmlns:a16="http://schemas.microsoft.com/office/drawing/2014/main" id="{D1E0D80B-8B46-41F4-A232-6468C3692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188" y="2411476"/>
            <a:ext cx="3365500" cy="2241423"/>
          </a:xfrm>
        </p:spPr>
      </p:pic>
    </p:spTree>
    <p:extLst>
      <p:ext uri="{BB962C8B-B14F-4D97-AF65-F5344CB8AC3E}">
        <p14:creationId xmlns:p14="http://schemas.microsoft.com/office/powerpoint/2010/main" val="299282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竖排标题 3">
            <a:extLst>
              <a:ext uri="{FF2B5EF4-FFF2-40B4-BE49-F238E27FC236}">
                <a16:creationId xmlns:a16="http://schemas.microsoft.com/office/drawing/2014/main" id="{A16415BA-59A3-4AB0-A3CF-DD22676AC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5704" y="2112886"/>
            <a:ext cx="6075523" cy="3800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Malgun Gothic" panose="020B0503020000020004" pitchFamily="34" charset="-127"/>
              </a:rPr>
              <a:t>      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</a:rPr>
              <a:t>影片遵守惊悚片的方式，在紧张的气氛中略带沉重。成龙化了一个比平时老了十岁的妆容，不再是以往观众熟悉的那个一边打架一边搞笑的喜剧形象，变成一个被痛苦折磨的悲情父亲。戏里戏外都给人活力十足的成龙大哥将如何诠释这个角色，成为最大看点。</a:t>
            </a:r>
            <a:b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</a:rPr>
            </a:b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</a:rPr>
              <a:t>　　除了人物形象有所突破，这次的动作戏也很不一样。一改以往最知名的“搞笑杂耍动作戏”，而是更直接更实用的技术动作。一方面是配合关家明在戏中的身份，另一方面也与全片风格契合，在动作戏的设计上必须与以往的功夫喜剧有所不同。</a:t>
            </a:r>
            <a:b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黑体" panose="02010609060101010101" pitchFamily="49" charset="-122"/>
              </a:rPr>
            </a:br>
            <a:endParaRPr lang="en-US" altLang="zh-CN" sz="1800" kern="1200" dirty="0">
              <a:solidFill>
                <a:schemeClr val="tx1">
                  <a:lumMod val="50000"/>
                </a:schemeClr>
              </a:solidFill>
              <a:latin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ED432A-BCEA-4A13-A4E8-136EFDE9C8B2}"/>
              </a:ext>
            </a:extLst>
          </p:cNvPr>
          <p:cNvSpPr txBox="1"/>
          <p:nvPr/>
        </p:nvSpPr>
        <p:spPr>
          <a:xfrm>
            <a:off x="2593520" y="898396"/>
            <a:ext cx="3971515" cy="830997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2">
                    <a:lumMod val="50000"/>
                    <a:lumOff val="50000"/>
                  </a:schemeClr>
                </a:solidFill>
                <a:latin typeface="华文楷体" panose="02010600040101010101" pitchFamily="2" charset="-122"/>
              </a:rPr>
              <a:t>英伦对决</a:t>
            </a:r>
          </a:p>
        </p:txBody>
      </p:sp>
      <p:pic>
        <p:nvPicPr>
          <p:cNvPr id="15" name="图片 14" descr="图片包含 男士, 文字&#10;&#10;已生成极高可信度的说明">
            <a:extLst>
              <a:ext uri="{FF2B5EF4-FFF2-40B4-BE49-F238E27FC236}">
                <a16:creationId xmlns:a16="http://schemas.microsoft.com/office/drawing/2014/main" id="{D17952AD-FB22-4B0C-9346-DB7E3DE7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413" y="1313895"/>
            <a:ext cx="2587676" cy="399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19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F79D0-AB64-4669-9A22-E6D991084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追龙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E21C0-3C29-4132-911F-482DD1D14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836545" cy="3318936"/>
          </a:xfrm>
        </p:spPr>
        <p:txBody>
          <a:bodyPr>
            <a:normAutofit fontScale="70000" lnSpcReduction="20000"/>
          </a:bodyPr>
          <a:lstStyle/>
          <a:p>
            <a:pPr marL="28575" marR="28575" indent="0" algn="just">
              <a:lnSpc>
                <a:spcPts val="1800"/>
              </a:lnSpc>
              <a:spcAft>
                <a:spcPts val="1125"/>
              </a:spcAft>
              <a:buNone/>
            </a:pP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无论从故事类型还是主演阵容，《追龙》都颇具优势，但很多观众担心王晶导演的电影品质。不过，这一次王晶确实做出一部完成度很高、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好看得让人不相信是他执导的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的作品，连两位主创甄子丹、刘德华都说：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没见过他这么认真过。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也因此，这部电影被视为这个档期最有可能成为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黑马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的作品。</a:t>
            </a:r>
            <a:endParaRPr lang="zh-CN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" marR="28575" indent="285750" algn="just">
              <a:lnSpc>
                <a:spcPts val="1800"/>
              </a:lnSpc>
              <a:spcAft>
                <a:spcPts val="1125"/>
              </a:spcAft>
            </a:pP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影片最大的看点是雷洛和跛豪两个男人之间的兄弟情。两位男主角演技出色，在片中的表现浑然一体。</a:t>
            </a:r>
            <a:endParaRPr lang="zh-CN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" marR="28575" indent="285750" algn="just">
              <a:lnSpc>
                <a:spcPts val="1800"/>
              </a:lnSpc>
              <a:spcAft>
                <a:spcPts val="1125"/>
              </a:spcAft>
            </a:pP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一向形象正面的甄子丹难得出演反派，贡献了《叶问》之后最好的表演。为将人物原型完美地呈现出来，剧组从美国聘请特技化妆师，为甄子丹独家定制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跛豪脸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跛豪从小就打架，鼻子应该是歪的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。在电影拍摄过程中，甄子丹每天开工前都要化妆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小时，收工后还需要花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小时卸妆。与其搭档的是再演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五亿探长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雷洛的刘德华，有手段，有脾气，智商情商都在线。</a:t>
            </a:r>
            <a:endParaRPr lang="zh-CN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" marR="28575" indent="285750" algn="just">
              <a:lnSpc>
                <a:spcPts val="1800"/>
              </a:lnSpc>
              <a:spcAft>
                <a:spcPts val="1125"/>
              </a:spcAft>
            </a:pP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无论从电影质感还是美术、音乐设计上，电影都追求怀旧质感，还特别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重建</a:t>
            </a:r>
            <a:r>
              <a:rPr lang="en-US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zh-CN" sz="1600" kern="0" dirty="0">
                <a:solidFill>
                  <a:srgbClr val="252525"/>
                </a:solidFill>
                <a:latin typeface="ˎ̥"/>
                <a:ea typeface="宋体" panose="02010600030101010101" pitchFamily="2" charset="-122"/>
                <a:cs typeface="宋体" panose="02010600030101010101" pitchFamily="2" charset="-122"/>
              </a:rPr>
              <a:t>了一个九龙城寨，而郑则仕、黄日华、汤镇业、曾江等老面孔的出现也让港片迷回忆满载。</a:t>
            </a:r>
            <a:endParaRPr lang="zh-CN" altLang="zh-CN" sz="1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600" dirty="0"/>
          </a:p>
        </p:txBody>
      </p:sp>
      <p:pic>
        <p:nvPicPr>
          <p:cNvPr id="7" name="图片 6" descr="图片包含 人员, 就坐&#10;&#10;已生成高可信度的说明">
            <a:extLst>
              <a:ext uri="{FF2B5EF4-FFF2-40B4-BE49-F238E27FC236}">
                <a16:creationId xmlns:a16="http://schemas.microsoft.com/office/drawing/2014/main" id="{D95CFA7B-253E-407A-BF79-1321372D8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725" y="2743200"/>
            <a:ext cx="2047873" cy="285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4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24133C-1CC4-4D20-A1D0-E18AE599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4910089" cy="1303867"/>
          </a:xfrm>
        </p:spPr>
        <p:txBody>
          <a:bodyPr/>
          <a:lstStyle/>
          <a:p>
            <a:r>
              <a:rPr lang="zh-CN" altLang="en-US" dirty="0"/>
              <a:t>空天猎（万分期待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1BF3645-B4C5-4CF8-B2E3-B894E693B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671154"/>
            <a:ext cx="3771900" cy="1614845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EDC346-54A5-4D51-8826-4E68E0745582}"/>
              </a:ext>
            </a:extLst>
          </p:cNvPr>
          <p:cNvSpPr txBox="1"/>
          <p:nvPr/>
        </p:nvSpPr>
        <p:spPr>
          <a:xfrm>
            <a:off x="986611" y="2657475"/>
            <a:ext cx="7109639" cy="3276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电影</a:t>
            </a:r>
            <a:r>
              <a:rPr lang="en-US" altLang="zh-CN" dirty="0"/>
              <a:t>《</a:t>
            </a:r>
            <a:r>
              <a:rPr lang="zh-CN" altLang="en-US" dirty="0"/>
              <a:t>空天猎</a:t>
            </a:r>
            <a:r>
              <a:rPr lang="en-US" altLang="zh-CN" dirty="0"/>
              <a:t>》</a:t>
            </a:r>
            <a:r>
              <a:rPr lang="zh-CN" altLang="en-US" dirty="0"/>
              <a:t>于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29</a:t>
            </a:r>
            <a:r>
              <a:rPr lang="zh-CN" altLang="en-US" dirty="0"/>
              <a:t>日全国公映，上映以来口碑持续升温。作为中国首部现代空战大片，影片一改传统空战电影的拍摄手法，采用真机实飞实拍的方式花样展示了中国的先进战机，为全国观众带来一场前所未有的空战体验，这也是观众第一次在银幕上看到中国化解导弹危机的场景。影片中的空战场面让人大呼过瘾，不少观众看完后纷纷表示要二刷、三刷。更是被男性观众称为“年度必看影片””中国实力最硬的影片”等。电影看点十足充满诚意，将为观众带来了绝佳的观影体验，欢迎大家在这个国庆走进影院感受这样一部不同凡响的实力之作。</a:t>
            </a:r>
          </a:p>
          <a:p>
            <a:r>
              <a:rPr lang="zh-CN" altLang="en-US" dirty="0"/>
              <a:t>　　电影</a:t>
            </a:r>
            <a:r>
              <a:rPr lang="en-US" altLang="zh-CN" dirty="0"/>
              <a:t>《</a:t>
            </a:r>
            <a:r>
              <a:rPr lang="zh-CN" altLang="en-US" dirty="0"/>
              <a:t>空天猎</a:t>
            </a:r>
            <a:r>
              <a:rPr lang="en-US" altLang="zh-CN" dirty="0"/>
              <a:t>》</a:t>
            </a:r>
            <a:r>
              <a:rPr lang="zh-CN" altLang="en-US" dirty="0"/>
              <a:t>由李晨执导并主演，范冰冰、王千源、李佳航、赵达、李晨浩、郭洺宇、叶浏、陆思宇等主演，吴秀波特别出演、王学圻友情出演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57D485-BFCB-4A90-873D-65CC1F0D82F5}"/>
              </a:ext>
            </a:extLst>
          </p:cNvPr>
          <p:cNvSpPr txBox="1"/>
          <p:nvPr/>
        </p:nvSpPr>
        <p:spPr>
          <a:xfrm>
            <a:off x="9795548" y="2769833"/>
            <a:ext cx="1292662" cy="29296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个人而言，蛮喜欢，蛮期待的，因为热血剧看得让人血脉喷张，还有就是喜欢李晨这个演员。</a:t>
            </a:r>
          </a:p>
        </p:txBody>
      </p:sp>
      <p:pic>
        <p:nvPicPr>
          <p:cNvPr id="13" name="图形 12" descr="爱心">
            <a:extLst>
              <a:ext uri="{FF2B5EF4-FFF2-40B4-BE49-F238E27FC236}">
                <a16:creationId xmlns:a16="http://schemas.microsoft.com/office/drawing/2014/main" id="{8F703CAF-E2BC-4F1E-A4B9-17EC072F5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9308" y="5103181"/>
            <a:ext cx="596283" cy="59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2EC2A7D-0F06-4128-AE49-AFD5CB5E80D2}"/>
              </a:ext>
            </a:extLst>
          </p:cNvPr>
          <p:cNvSpPr txBox="1"/>
          <p:nvPr/>
        </p:nvSpPr>
        <p:spPr>
          <a:xfrm>
            <a:off x="2201662" y="754603"/>
            <a:ext cx="819409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0" dirty="0"/>
              <a:t>PPT</a:t>
            </a:r>
            <a:r>
              <a:rPr lang="zh-CN" altLang="en-US" sz="5000" dirty="0"/>
              <a:t>大致的就是这样，原创粗品，制作不周之处，还望赐教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682F8B-AF55-4676-9E38-87D9BABD9517}"/>
              </a:ext>
            </a:extLst>
          </p:cNvPr>
          <p:cNvSpPr txBox="1"/>
          <p:nvPr/>
        </p:nvSpPr>
        <p:spPr>
          <a:xfrm>
            <a:off x="3151573" y="3542191"/>
            <a:ext cx="72441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2">
                    <a:lumMod val="75000"/>
                  </a:schemeClr>
                </a:solidFill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45258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92</TotalTime>
  <Words>614</Words>
  <Application>Microsoft Office PowerPoint</Application>
  <PresentationFormat>宽屏</PresentationFormat>
  <Paragraphs>21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ˎ̥</vt:lpstr>
      <vt:lpstr>Malgun Gothic</vt:lpstr>
      <vt:lpstr>等线</vt:lpstr>
      <vt:lpstr>方正舒体</vt:lpstr>
      <vt:lpstr>黑体</vt:lpstr>
      <vt:lpstr>华文楷体</vt:lpstr>
      <vt:lpstr>宋体</vt:lpstr>
      <vt:lpstr>Arial</vt:lpstr>
      <vt:lpstr>Garamond</vt:lpstr>
      <vt:lpstr>Times New Roman</vt:lpstr>
      <vt:lpstr>环保</vt:lpstr>
      <vt:lpstr>First try , a litter shy</vt:lpstr>
      <vt:lpstr>2017年国庆假期电影档预告及影评</vt:lpstr>
      <vt:lpstr>羞羞的铁拳</vt:lpstr>
      <vt:lpstr>      影片遵守惊悚片的方式，在紧张的气氛中略带沉重。成龙化了一个比平时老了十岁的妆容，不再是以往观众熟悉的那个一边打架一边搞笑的喜剧形象，变成一个被痛苦折磨的悲情父亲。戏里戏外都给人活力十足的成龙大哥将如何诠释这个角色，成为最大看点。 　　除了人物形象有所突破，这次的动作戏也很不一样。一改以往最知名的“搞笑杂耍动作戏”，而是更直接更实用的技术动作。一方面是配合关家明在戏中的身份，另一方面也与全片风格契合，在动作戏的设计上必须与以往的功夫喜剧有所不同。 </vt:lpstr>
      <vt:lpstr>追龙</vt:lpstr>
      <vt:lpstr>空天猎（万分期待)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花煜楠</dc:creator>
  <cp:lastModifiedBy>花煜楠</cp:lastModifiedBy>
  <cp:revision>12</cp:revision>
  <dcterms:created xsi:type="dcterms:W3CDTF">2017-09-30T01:48:26Z</dcterms:created>
  <dcterms:modified xsi:type="dcterms:W3CDTF">2017-09-30T05:25:03Z</dcterms:modified>
</cp:coreProperties>
</file>